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ac9cc0b99049e4" /><Relationship Type="http://schemas.openxmlformats.org/officeDocument/2006/relationships/extended-properties" Target="/docProps/app.xml" Id="Re8bad416d48943b4" /><Relationship Type="http://schemas.openxmlformats.org/officeDocument/2006/relationships/officeDocument" Target="/ppt/presentation.xml" Id="R28ce1f1bb49d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ae22a1e3d4630"/>
  </p:sldMasterIdLst>
  <p:notesMasterIdLst>
    <p:notesMasterId xmlns:r="http://schemas.openxmlformats.org/officeDocument/2006/relationships" r:id="R384df6bcbabf43d8"/>
  </p:notesMasterIdLst>
  <p:sldIdLst>
    <p:sldId xmlns:r="http://schemas.openxmlformats.org/officeDocument/2006/relationships" id="256" r:id="R5dacbb6711bb4263"/>
    <p:sldId xmlns:r="http://schemas.openxmlformats.org/officeDocument/2006/relationships" id="257" r:id="R0ce62d24d2a34e23"/>
    <p:sldId xmlns:r="http://schemas.openxmlformats.org/officeDocument/2006/relationships" id="258" r:id="R42add6c0dc024a17"/>
    <p:sldId xmlns:r="http://schemas.openxmlformats.org/officeDocument/2006/relationships" id="259" r:id="R0f3d039b2ae94ad3"/>
    <p:sldId xmlns:r="http://schemas.openxmlformats.org/officeDocument/2006/relationships" id="260" r:id="R949775e04dc34257"/>
    <p:sldId xmlns:r="http://schemas.openxmlformats.org/officeDocument/2006/relationships" id="261" r:id="R57dd21ec191049e5"/>
    <p:sldId xmlns:r="http://schemas.openxmlformats.org/officeDocument/2006/relationships" id="262" r:id="R64b5649137614623"/>
    <p:sldId xmlns:r="http://schemas.openxmlformats.org/officeDocument/2006/relationships" id="263" r:id="R6b5e5752e0904835"/>
    <p:sldId xmlns:r="http://schemas.openxmlformats.org/officeDocument/2006/relationships" id="264" r:id="R043e510ca5534c10"/>
    <p:sldId xmlns:r="http://schemas.openxmlformats.org/officeDocument/2006/relationships" id="265" r:id="Rffa30299130440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9a618af7634468" /><Relationship Type="http://schemas.openxmlformats.org/officeDocument/2006/relationships/slideMaster" Target="/ppt/slideMasters/slideMaster1.xml" Id="R605ae22a1e3d4630" /><Relationship Type="http://schemas.openxmlformats.org/officeDocument/2006/relationships/notesMaster" Target="/ppt/notesMasters/notesMaster1.xml" Id="R384df6bcbabf43d8" /><Relationship Type="http://schemas.openxmlformats.org/officeDocument/2006/relationships/presProps" Target="/ppt/presProps.xml" Id="R8bbdced0c673416a" /><Relationship Type="http://schemas.openxmlformats.org/officeDocument/2006/relationships/tableStyles" Target="/ppt/tableStyles.xml" Id="R6f1dc13be4914ca0" /><Relationship Type="http://schemas.openxmlformats.org/officeDocument/2006/relationships/slide" Target="/ppt/slides/slide1.xml" Id="R5dacbb6711bb4263" /><Relationship Type="http://schemas.openxmlformats.org/officeDocument/2006/relationships/slide" Target="/ppt/slides/slide2.xml" Id="R0ce62d24d2a34e23" /><Relationship Type="http://schemas.openxmlformats.org/officeDocument/2006/relationships/slide" Target="/ppt/slides/slide3.xml" Id="R42add6c0dc024a17" /><Relationship Type="http://schemas.openxmlformats.org/officeDocument/2006/relationships/slide" Target="/ppt/slides/slide4.xml" Id="R0f3d039b2ae94ad3" /><Relationship Type="http://schemas.openxmlformats.org/officeDocument/2006/relationships/slide" Target="/ppt/slides/slide5.xml" Id="R949775e04dc34257" /><Relationship Type="http://schemas.openxmlformats.org/officeDocument/2006/relationships/slide" Target="/ppt/slides/slide6.xml" Id="R57dd21ec191049e5" /><Relationship Type="http://schemas.openxmlformats.org/officeDocument/2006/relationships/slide" Target="/ppt/slides/slide7.xml" Id="R64b5649137614623" /><Relationship Type="http://schemas.openxmlformats.org/officeDocument/2006/relationships/slide" Target="/ppt/slides/slide8.xml" Id="R6b5e5752e0904835" /><Relationship Type="http://schemas.openxmlformats.org/officeDocument/2006/relationships/slide" Target="/ppt/slides/slide9.xml" Id="R043e510ca5534c10" /><Relationship Type="http://schemas.openxmlformats.org/officeDocument/2006/relationships/slide" Target="/ppt/slides/slide10.xml" Id="Rffa30299130440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f2a284b48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75232ebd224cb5" /><Relationship Type="http://schemas.openxmlformats.org/officeDocument/2006/relationships/notesMaster" Target="/ppt/notesMasters/notesMaster1.xml" Id="R07320d45414143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8840a7ae54a9d" /><Relationship Type="http://schemas.openxmlformats.org/officeDocument/2006/relationships/notesMaster" Target="/ppt/notesMasters/notesMaster1.xml" Id="R0c0a0bd85a6e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5ee36d86440c0" /><Relationship Type="http://schemas.openxmlformats.org/officeDocument/2006/relationships/notesMaster" Target="/ppt/notesMasters/notesMaster1.xml" Id="R9e038c6581164f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ea18e61bb14233" /><Relationship Type="http://schemas.openxmlformats.org/officeDocument/2006/relationships/notesMaster" Target="/ppt/notesMasters/notesMaster1.xml" Id="R34b2b1a2adfc44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8fd1495c64ed9" /><Relationship Type="http://schemas.openxmlformats.org/officeDocument/2006/relationships/notesMaster" Target="/ppt/notesMasters/notesMaster1.xml" Id="R5a4a8c8e9f64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ba4089c8b54316" /><Relationship Type="http://schemas.openxmlformats.org/officeDocument/2006/relationships/notesMaster" Target="/ppt/notesMasters/notesMaster1.xml" Id="R62fc2371bf8e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be69b460564d13" /><Relationship Type="http://schemas.openxmlformats.org/officeDocument/2006/relationships/notesMaster" Target="/ppt/notesMasters/notesMaster1.xml" Id="R9bb655db097e48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03b812babe444c" /><Relationship Type="http://schemas.openxmlformats.org/officeDocument/2006/relationships/notesMaster" Target="/ppt/notesMasters/notesMaster1.xml" Id="Re8798851c39949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45be2183e342c0" /><Relationship Type="http://schemas.openxmlformats.org/officeDocument/2006/relationships/notesMaster" Target="/ppt/notesMasters/notesMaster1.xml" Id="R23336af7f7cc43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bd9dcdd62c4fbd" /><Relationship Type="http://schemas.openxmlformats.org/officeDocument/2006/relationships/notesMaster" Target="/ppt/notesMasters/notesMaster1.xml" Id="Rf24282980f054d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3ab535c1944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00b6c41c8473e" /><Relationship Type="http://schemas.openxmlformats.org/officeDocument/2006/relationships/slideLayout" Target="/ppt/slideLayouts/slideLayout1.xml" Id="R79b976b57e8c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b976b57e8c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8c12619440f3" /><Relationship Type="http://schemas.openxmlformats.org/officeDocument/2006/relationships/notesSlide" Target="/ppt/notesSlides/notesSlide1.xml" Id="R105c044db984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0495d5daa47f5" /><Relationship Type="http://schemas.openxmlformats.org/officeDocument/2006/relationships/image" Target="/ppt/media/image.png" Id="Rce71bb7d15d444a1" /><Relationship Type="http://schemas.openxmlformats.org/officeDocument/2006/relationships/notesSlide" Target="/ppt/notesSlides/notesSlide2.xml" Id="R4d5e7b06f9f243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5f594d59f4b84" /><Relationship Type="http://schemas.openxmlformats.org/officeDocument/2006/relationships/image" Target="/ppt/media/image2.png" Id="R290b658310db4a02" /><Relationship Type="http://schemas.openxmlformats.org/officeDocument/2006/relationships/image" Target="/ppt/media/image3.png" Id="R91b1dcce39f04b51" /><Relationship Type="http://schemas.openxmlformats.org/officeDocument/2006/relationships/notesSlide" Target="/ppt/notesSlides/notesSlide3.xml" Id="R67bfed364d3d4a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587b809e04b94" /><Relationship Type="http://schemas.openxmlformats.org/officeDocument/2006/relationships/image" Target="/ppt/media/image4.png" Id="R6667dd75c280471d" /><Relationship Type="http://schemas.openxmlformats.org/officeDocument/2006/relationships/image" Target="/ppt/media/image5.png" Id="Rf9a5556a80cc4923" /><Relationship Type="http://schemas.openxmlformats.org/officeDocument/2006/relationships/notesSlide" Target="/ppt/notesSlides/notesSlide4.xml" Id="R720c07ff0e9d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8316237fd4509" /><Relationship Type="http://schemas.openxmlformats.org/officeDocument/2006/relationships/image" Target="/ppt/media/image6.png" Id="R9309b3c8d2e3438a" /><Relationship Type="http://schemas.openxmlformats.org/officeDocument/2006/relationships/notesSlide" Target="/ppt/notesSlides/notesSlide5.xml" Id="Rcfac443e09bc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9d084d0545be" /><Relationship Type="http://schemas.openxmlformats.org/officeDocument/2006/relationships/image" Target="/ppt/media/image7.png" Id="R190034b607b24e68" /><Relationship Type="http://schemas.openxmlformats.org/officeDocument/2006/relationships/image" Target="/ppt/media/image8.png" Id="Rb0079ff434384dde" /><Relationship Type="http://schemas.openxmlformats.org/officeDocument/2006/relationships/image" Target="/ppt/media/image9.png" Id="R87a2064a2a294d8e" /><Relationship Type="http://schemas.openxmlformats.org/officeDocument/2006/relationships/notesSlide" Target="/ppt/notesSlides/notesSlide6.xml" Id="R8ad54616ed2f48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4d31d4a694ed6" /><Relationship Type="http://schemas.openxmlformats.org/officeDocument/2006/relationships/image" Target="/ppt/media/image10.png" Id="R37cd1c23f4f0477c" /><Relationship Type="http://schemas.openxmlformats.org/officeDocument/2006/relationships/image" Target="/ppt/media/image11.png" Id="R15699595d38e43cc" /><Relationship Type="http://schemas.openxmlformats.org/officeDocument/2006/relationships/image" Target="/ppt/media/image12.png" Id="R943c25a14c4e4f33" /><Relationship Type="http://schemas.openxmlformats.org/officeDocument/2006/relationships/image" Target="/ppt/media/image13.png" Id="R332321b7765140c5" /><Relationship Type="http://schemas.openxmlformats.org/officeDocument/2006/relationships/notesSlide" Target="/ppt/notesSlides/notesSlide7.xml" Id="Ref7e03c293194b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2d0794b0b4586" /><Relationship Type="http://schemas.openxmlformats.org/officeDocument/2006/relationships/notesSlide" Target="/ppt/notesSlides/notesSlide8.xml" Id="R970337294b0345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c92604a21454e" /><Relationship Type="http://schemas.openxmlformats.org/officeDocument/2006/relationships/notesSlide" Target="/ppt/notesSlides/notesSlide9.xml" Id="R6f56def0167f46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0d4f446724ee1" /><Relationship Type="http://schemas.openxmlformats.org/officeDocument/2006/relationships/notesSlide" Target="/ppt/notesSlides/notesSlide10.xml" Id="Ra64179a2e1b44f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8C551-2735-40A8-AEA4-DB0525F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D2AA3-0491-472E-BA56-8F6CDFF2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68B71-CC07-4161-A22A-27F1688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7BD00-AD05-4576-9A03-A3E7B580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439D5-4ABB-4D3E-AAFA-77BDA9B9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Home Care &amp; Daily Beauty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41586-B599-4EFF-839B-122EA72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5A44A-219C-4F6A-952E-D9742A2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B928F-EC9C-469C-9EF1-D4964CD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266C-4450-4CD7-BB57-A2D14F86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Home Care &amp; Daily Beauty 국내영업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9A454-E63A-4FE6-8539-70AB846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6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R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T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F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L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I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498788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E074C-C682-451E-B267-A5D7E9FD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BFB21-B26A-457B-9728-C72E97C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73490-B560-4FB8-BF50-6A9B4DF1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96F24-72B8-49B4-B135-803495D5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C96AC-16EE-4187-A90A-FF86A13F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1bb7d15d444a1"/>
          <a:stretch xmlns:a="http://schemas.openxmlformats.org/drawingml/2006/main"/>
        </p:blipFill>
        <p:spPr>
          <a:xfrm xmlns:a="http://schemas.openxmlformats.org/drawingml/2006/main">
            <a:off x="923925" y="4006850"/>
            <a:ext cx="1162050" cy="154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E0E4-E674-4C3F-8C89-2F331CF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223C0-529B-4E45-91B5-F163E8C6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2BDFB-B935-4DD1-A89E-EF80C0FB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F4926-9D5D-45AF-8AB1-3C238531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A2217-381D-4606-B3F3-1B7CCA0A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DF5E4-E113-4CB9-9E98-5A0AB90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8BDCA-D61A-497C-BE52-5DFB1B1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3DEA3-AC4F-477A-9A7B-F6E0C02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9B1B3-BD3E-485D-9297-04936153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3A915-BB5B-4D38-AEA2-495E73E3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A483D-6EC2-4962-9859-708F6A0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C5D4F-7A42-4731-B72F-0FC11E7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8F2B0-5B29-4D64-ABF3-E41EA895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53880-3834-4552-9ACC-0BD9C91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8423E-BC25-45F6-8CBA-5EA61D6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57395-9861-4D41-B00B-065E4087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9CF71-6624-4C16-9C52-796AAC73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E8143-B99C-497A-B779-590B09A4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C1D55-B415-43F5-A805-ABBE2C4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430F3-3AD3-4926-924D-41B67C0D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3809E-1627-4E31-B460-DBB608D8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863994-ED26-436A-B4D2-1383FCED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5AA84-91D3-45FB-91D9-5194B882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B286E-4FD8-4B54-A1CD-C0C99D25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C0184D-2156-4CF7-8B63-0655151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5AEC6-DEF6-44A7-AD83-6E92D48B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760415-7635-4103-B301-66249E4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1DE35-59B9-44A3-8A1C-309CB53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F4301-020B-47BD-8E2B-A0DA341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A086BD-BA3D-4C00-BCD3-EE40D55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94733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B92834-B24B-4282-94BB-5D04916E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3F41A-4ED0-4811-A0E3-875D3052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4E8FB-075B-4D16-9016-8BF40883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297BE-C248-41C2-B21A-30AD75EC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D9CE7-082D-49D7-B215-8DBABFB7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B50E6-6A9C-44F0-867D-DF97CBD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1E170-AF4B-4B96-9658-814FB1A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9A9C9-14C7-40BE-897C-87DF4A9C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846FC-D3FB-4C8C-8D67-AB1F56A7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0A0A9-19B3-4FCB-8625-AD178C0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4F8C3-FB62-47C1-ACFB-DEF58429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6D372-2642-48C8-B051-035DD765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830C7-2FB9-4ED0-95DC-5AB9169D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B78AE-346B-4697-A381-19C97E9D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4C1F9-64AB-42AE-840E-C1121D57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52C43-E491-419E-8CA4-A30A0C6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B66C1-FE93-43CF-9D55-5DEF471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5E182-FA33-4B79-9D36-C7D2BDB7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8712F-BF5F-45D5-9DB3-F3C0E6D9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7CA8A-2308-41F2-B086-B7C0AE34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434BB-F452-47E7-BC06-6A4CF59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74222-42D2-4FCC-A08D-5B56D58A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b658310db4a02"/>
          <a:stretch xmlns:a="http://schemas.openxmlformats.org/drawingml/2006/main"/>
        </p:blipFill>
        <p:spPr>
          <a:xfrm xmlns:a="http://schemas.openxmlformats.org/drawingml/2006/main">
            <a:off x="6477000" y="2708975"/>
            <a:ext cx="4953000" cy="963799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1dcce39f04b51"/>
          <a:stretch xmlns:a="http://schemas.openxmlformats.org/drawingml/2006/main"/>
        </p:blipFill>
        <p:spPr>
          <a:xfrm xmlns:a="http://schemas.openxmlformats.org/drawingml/2006/main">
            <a:off x="6429375" y="4169309"/>
            <a:ext cx="5000625" cy="113875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A9C7B-8AB9-45E6-AECE-C69C2D9A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B5D797-0452-473B-9A81-A7C64B84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F117C-504E-4AFD-B86C-16A85616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907DF6-AE8D-4622-83A2-D5C0751A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5CEE0-E3BC-49CE-AF63-B5F6BD47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C1781-1802-450B-B0B8-CD7E8C3C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E1B04-B5DD-4417-8A11-D39E721B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B0DA3F-B147-4A73-9BB0-9C87F609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6263A1-55D6-4FFA-9D01-CAB8C30A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E16ED1-26C3-410D-A9D3-7092135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FBBC5C-4C6B-4790-92F3-B8E4C6FB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440718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44331-1436-4FFD-ADFC-4699E245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A713B-2079-4E7B-A38B-4CD485A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79439-63F3-468B-B42C-896DB7A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9D3ED-4407-4370-B0E9-44410C02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AE064-0202-4242-BD84-5E14FD1C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852BB-8503-4FA1-B19D-E4383C0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사용자 요구와 서비스 구조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AFD3D-4C50-4D27-92F1-8E9DE68D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기록 방식과 참여 구조를 실제 이용 방식에 맞게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8012D-A770-4BB2-A747-7E4C0B90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69B07-2873-48B2-9F8C-D37775A9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16283-FF7C-4F4C-B5CF-D31F439A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03F1D-CE0B-47CE-A712-32ADBA50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DF5B4-4773-48A6-A5F7-1C56651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C2EA0-A885-45BB-BF5E-1EC3C12D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AE8ED-0333-4244-AD1C-8B30A43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34142-9C57-43AA-BED3-854669A1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D8AC0-543C-4442-BF8D-16BFB5D2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다중 그룹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CF16B-7C73-42E8-9DEB-F19BE994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 사용자가 여러 프로그램에 참여하는 실제 운영을 확인했습니다. 기존 데이터 호환과 관리자 배정, 사용자 선택 흐름까지 함께 수정했습니다.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7dd75c280471d"/>
          <a:stretch xmlns:a="http://schemas.openxmlformats.org/drawingml/2006/main"/>
        </p:blipFill>
        <p:spPr>
          <a:xfrm xmlns:a="http://schemas.openxmlformats.org/drawingml/2006/main">
            <a:off x="6493051" y="2333625"/>
            <a:ext cx="4920897" cy="13811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5556a80cc4923"/>
          <a:stretch xmlns:a="http://schemas.openxmlformats.org/drawingml/2006/main"/>
        </p:blipFill>
        <p:spPr>
          <a:xfrm xmlns:a="http://schemas.openxmlformats.org/drawingml/2006/main">
            <a:off x="6891276" y="3905250"/>
            <a:ext cx="4124447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1DA41-5F18-4961-BBA0-6DEE16A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57996D-E348-4DED-85D3-EA56A1C4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EF229-1DBB-457E-BC49-BD082B84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803FF-13D6-4B8E-A6DA-32DF15A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5C51C-C80A-4803-9A5A-B97F05FE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81FA9-0922-4DFF-85D6-C752F28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22B61-E43A-45F6-B479-5075D0F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다중 그룹 구조 전환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53E68-49ED-484E-AE48-AA2615A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BEA969-EE51-485C-B311-7AD60A2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E0853-8198-477B-AC38-BC1FDDA1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510EB1-4740-4FFB-A8E5-D71AA08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998325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15C1C-60A8-45E0-92F8-A3B1D9B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CF8D3-714D-4626-B536-484AB09A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F65B-47E1-4A8E-AE1A-EE01A854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A0201-61A0-46E1-A764-2C28985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C7D9-312D-4FCF-A468-9D0D0508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FB143-3B54-423D-916F-47082E2E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13E74-F21B-4443-989D-842FE921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9BEBE8-FDAB-4B8D-A200-46E1C8CE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C7E70-6A1C-43D5-BAE9-62A98E17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E1C00-B629-4A5C-978C-D568B2E7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99E38-3306-4979-B579-068DF04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D55DD-0BE1-43B2-B9A4-1BE8A62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C442-E724-4E9B-BAB9-6C784B10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FC906-B687-4DD6-8A3A-0CEBA17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08542-3199-46F1-AA46-467F9ABE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06505-9A21-4B14-96DE-0737098D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58C28-CE7B-44F0-A30D-5682D0E2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D9E3C-1F51-4E1A-B19B-5286F4C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A9A54-2E19-4DF1-AF31-CA876A23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4D199-3CFD-4FA1-87C0-840DB0A2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E0EC-E423-4255-8D9F-DD4E11B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BF97D-551E-4FD6-8732-EA62195F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C7BE6-F4CA-4B5D-B85A-D1727BF9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3BD45-79B8-42A0-9467-18B2FDF3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9b3c8d2e3438a"/>
          <a:stretch xmlns:a="http://schemas.openxmlformats.org/drawingml/2006/main"/>
        </p:blipFill>
        <p:spPr>
          <a:xfrm xmlns:a="http://schemas.openxmlformats.org/drawingml/2006/main">
            <a:off x="6429619" y="2524125"/>
            <a:ext cx="5000137" cy="28098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5E498-C04E-4AE8-975A-BE59C147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1B497-A19B-4B0E-A47E-345C9A02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43B18-154F-4067-A94D-33FD3308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F67F1-71D0-418C-A8FF-5F87DA01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22D83-C63E-482C-B23A-7DC5A95F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792FA9-F26F-4F09-9B2C-A41474C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81928-F8EA-4044-BCD7-8D1134D5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FFE32B-0442-4A03-8C88-B37E7DA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7D2932-DAC8-4D6C-A02E-0509BAD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4B491-2615-4EED-BC95-01C2B628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B01FC9-870E-4F44-AB06-EFA23E9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73443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9B4E4-3393-40DF-89E6-7E97C496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8564E-0735-4ED7-9FEE-3DA80B3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3BAF7-4B84-4419-8D95-9F63B00F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B727D-C844-49DB-9381-5242E322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0E30E-1E05-43E2-8869-C6AC78A6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B3BEE-5619-4A3D-9759-3B15A1D9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온·오프라인 고객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52089-F92D-4BDE-A81B-FAAF68F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조사 결과를 고객 접점의 실행안으로 구체화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8343E-8F85-4979-B81B-08144095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BBCB7-9F7C-4F4F-8483-19FDD7AE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1AFA2-C9A1-4571-B05A-18FFAF9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C9AEB-EA2A-4EE0-9043-6C87ADDB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C1462-E221-4432-AAC6-294D26C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C4491-EBD0-4720-95E5-D98DC12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E5BF5-165C-44E3-A611-073F1FDF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463F5-30AD-4FA6-B0C0-18B0B5A9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B8B2D-72BF-4586-A29E-EB31E07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646B8-8323-4DA5-85DD-14A1CDE0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9BB61-0974-4C55-80B2-DE2F98BF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C073B-50F9-4262-99B7-B9A302D5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6BE38-ECD6-42C2-8645-5A0BD09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B5BE6-4A0F-499D-89FC-5804EBB3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5955D-38ED-4D4F-9EA4-34DCF13E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CF3CE7-7B6D-49D0-95D1-B50966B7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6E73F-E835-41A4-8DEE-F730C63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90D92-7FF8-45B6-B107-62C47A18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5FD6E-4E9A-47B2-B8FB-7D65C2D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F8894-38E7-45AF-BC14-26E8274C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E9338-924D-4F88-8D37-79653A5D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034b607b24e68"/>
          <a:stretch xmlns:a="http://schemas.openxmlformats.org/drawingml/2006/main"/>
        </p:blipFill>
        <p:spPr>
          <a:xfrm xmlns:a="http://schemas.openxmlformats.org/drawingml/2006/main">
            <a:off x="7399826" y="2333625"/>
            <a:ext cx="3059723" cy="1714500"/>
          </a:xfrm>
          <a:prstGeom xmlns:a="http://schemas.openxmlformats.org/drawingml/2006/main" prst="rect">
            <a:avLst/>
          </a:prstGeom>
        </p:spPr>
      </p:pic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79ff434384dde"/>
          <a:stretch xmlns:a="http://schemas.openxmlformats.org/drawingml/2006/main"/>
        </p:blipFill>
        <p:spPr>
          <a:xfrm xmlns:a="http://schemas.openxmlformats.org/drawingml/2006/main">
            <a:off x="7258906" y="4143375"/>
            <a:ext cx="912688" cy="1571625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2064a2a294d8e"/>
          <a:stretch xmlns:a="http://schemas.openxmlformats.org/drawingml/2006/main"/>
        </p:blipFill>
        <p:spPr>
          <a:xfrm xmlns:a="http://schemas.openxmlformats.org/drawingml/2006/main">
            <a:off x="9671114" y="4143375"/>
            <a:ext cx="850773" cy="15716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AE61D-0756-4B5E-8560-D4F9AB6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335C4-094D-4051-9DB9-C72DA23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ECCFE3-10EB-4345-A56A-32C2594F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5AEB5E-D071-4A29-B154-DBE9BA81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14D603-96D4-47A0-A040-9F44804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34C253-6B8B-4D2F-B849-AC66676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0B8D09-004A-4FFA-B7E6-1E953ABB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8A5B89-C9BF-4990-850B-5653F4F9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F9B18B-944B-4BA2-A191-3811FA90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9AE6D1-7BBE-40E4-B306-2E7A855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A1E787-BC26-4318-8F4E-EF7E5A25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725103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7DCB45-9DBE-4367-AA17-65446FC8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5B41D-DAB7-41EC-8C9D-624D140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E26EE-974E-470C-9F77-18C00DBF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6B3B-2CAD-439A-8012-AEEA5D2E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3CFA9-51A9-4846-A139-BD80376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3C8FE-A676-4EA8-82C9-66CC1AF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39E4B-9EBB-416E-9483-6F638C3A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A59EC-ED01-48A5-B53C-D9A931F8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9BB94-ABA6-4EA9-8420-F102DC9A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98C55-CE99-42CE-8F8C-8CC66EF9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747CE-A756-41D3-8542-CC918C4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EF4B0-472D-4831-ACB8-6FA1CB1E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457B7-02D4-4D4A-88BB-86A352D2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0D473-F427-410B-88E3-490647B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61FE8-9EE5-4503-819E-8E7A483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A5558-ED18-4B41-872E-762CC053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B40AB-BE83-4B61-BB74-1A71FDE7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5245C-AA4D-4DFC-A0B7-1137D8E5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57AE9-A0E5-4E0C-813A-338E2BA3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40EA7-51CF-429D-8139-0AE5B4E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1146B-60C6-48B6-83C2-FBCA1EC2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6FCB0-3414-4861-B22C-3F5938DB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54EB2-0C44-4B2C-A601-B18FC87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291ED-6ECA-40F0-A7C0-D4475BBC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d1c23f4f0477c"/>
          <a:stretch xmlns:a="http://schemas.openxmlformats.org/drawingml/2006/main"/>
        </p:blipFill>
        <p:spPr>
          <a:xfrm xmlns:a="http://schemas.openxmlformats.org/drawingml/2006/main">
            <a:off x="6429375" y="2386322"/>
            <a:ext cx="2381250" cy="1323357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99595d38e43cc"/>
          <a:stretch xmlns:a="http://schemas.openxmlformats.org/drawingml/2006/main"/>
        </p:blipFill>
        <p:spPr>
          <a:xfrm xmlns:a="http://schemas.openxmlformats.org/drawingml/2006/main">
            <a:off x="9001125" y="2389316"/>
            <a:ext cx="2381250" cy="1317369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c25a14c4e4f33"/>
          <a:stretch xmlns:a="http://schemas.openxmlformats.org/drawingml/2006/main"/>
        </p:blipFill>
        <p:spPr>
          <a:xfrm xmlns:a="http://schemas.openxmlformats.org/drawingml/2006/main">
            <a:off x="6429375" y="4134803"/>
            <a:ext cx="2381250" cy="130302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321b7765140c5"/>
          <a:stretch xmlns:a="http://schemas.openxmlformats.org/drawingml/2006/main"/>
        </p:blipFill>
        <p:spPr>
          <a:xfrm xmlns:a="http://schemas.openxmlformats.org/drawingml/2006/main">
            <a:off x="9001125" y="4137933"/>
            <a:ext cx="2381250" cy="1296759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57256-482C-4899-90D7-09CADB11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21376-790B-4F54-A503-19022EAA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011F95-A3B9-4377-A8FD-D7AB7702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E97B1-F7EC-45EF-A1FF-4A9BA4E3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CB624A-D84C-41D2-8960-B1B5C6B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26B5EC-AD89-4042-AC7F-493FABD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4BE884-CD69-402C-8A29-EF1BB84E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6DBE59-CCFE-474B-9E69-5D9C29E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54D439-64A6-4674-A863-5F3C76F8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1604A8-467A-4EF2-A50E-E1A49C76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E887A3-B1C7-4777-B347-4EFF3D5E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549515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36357B-DD2E-4E34-9ADE-5D84DD8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74624-85FE-4A87-8127-2ACAB8C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FFB39-B16D-4595-9E6E-29664230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230A2-636F-4880-A8D0-C5B12FFB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0A39D-91DA-4378-B959-ACA88355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5E585-F602-4DB2-A5D5-21C9E9B2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E78B2-A763-450A-8342-73BBBFF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79458-AF19-4BA4-ABE3-327722F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CE2FA-D350-4F95-8513-7D07895C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9D542-F79F-474E-AF89-5672931E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11E85-46B4-44F3-86C5-E84AD7E6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13778-F089-4FEA-83D2-F7251C5B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A6B3C-D019-484D-877D-8682DDF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AE536-034F-46BD-9730-DB54F875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D001D-DA40-4FF5-B39E-6D69E5AF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FCBBE-D581-4A33-9758-C741C78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2ECCB-295D-45CA-B115-0BDC30F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5F0F2-9147-4F83-8E08-7C16DA2C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EFCEF-3532-4D0D-8E13-E8D414F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FE85D-8705-4AD8-BDB8-F37ECE2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15830-ECEC-461C-8BF9-37E8AA9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C6387-5E66-4D30-8156-166E218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296AD-AA35-454E-B838-BA74B236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A360D-3F93-40A2-849C-8E2A0CE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48BE2-1B46-411B-8F35-003CB5C6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AFF2A-5E8E-4C8E-9FE2-FEC8F3E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CE360A-798A-4274-B175-52AC171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D6780F-7A2A-467A-B994-280D726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D55CD-6B85-4ACD-8ECA-699FA7CA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084C0C-6F3F-4938-84A3-40B6F66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85CFB3-CCDD-4EC4-8076-187EBFA4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5AF4A6-1164-49D8-8FEE-2E01ABCC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7753EC-1E98-4A5F-B63F-E3308383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26798-F1C8-45AC-86F1-9D999240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ED91A3-EABE-4E8C-85B9-B97DC11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54520-3FA4-4B4B-940E-F69F10E2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505BE6-1F41-40FD-9BD8-832D2034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8D502-F265-454C-9F4E-EECB7163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610B20-1038-4BF0-BC94-1934E94F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AB04CF-81C4-461E-8060-6CAF3250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AA1160-83FA-4DC1-9F54-98552E12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6F3932-EA19-4BD6-8A6D-F3F289E0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9AD3A2-80D7-486E-A389-66F96F6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9B4AB5-785B-4721-B9C5-42C09F98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BFB0E3-56B4-4AB7-862C-CE952BBF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2928C8-2159-40E8-9537-AEA3A89C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D662CA-9208-4623-AED4-0D1E740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7C724CE-5CD4-40EB-9709-9DE8A17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9D64C7-2868-4E7E-8DE2-AEDF9CEE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8CBC5A-E9A5-4CD5-B6AD-A7B9B180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210A2B-8A68-4E80-A5C7-A01CF2CD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0458FD-6684-48F3-9B73-8D9E641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B9B96A-1A35-4358-9E16-F321091A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7173BE-B281-496D-9498-488E19A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7233321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0BF8C-EA25-40F9-944A-B499F3A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23AB-3DF3-44B2-ACCC-DE0EF54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EE70E-4928-44CF-8CDC-9B87E7C0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7C875-8CF4-4E21-BAF1-3C8E899E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75585-7ACD-4005-ABA4-229E750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B1DDD-0B05-4C21-B8A4-372A6FE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3E2EC-77E1-4916-BCF5-49090DC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6B183-8086-4863-BA30-9314730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215FD-8A3F-436A-BCD7-4EB29958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606B7-BA85-4A9D-96C8-0D6CB8BB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70F35-2A58-429E-93EE-9C6A849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283A6-349C-4138-AA80-B7A100D2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EE552-B5C4-4E3D-AF75-D1B2BA0E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0E0B4-B619-4E97-89FB-AB843D2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D0C8C-FB39-46A0-8E5E-61636469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1A75-949A-4085-A887-72F0A9D5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FB9BB-EA2A-42CB-9D63-BCC5A1D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3DE51-503A-46D3-9CCF-5743B5F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311CE-8B66-4A66-AE6A-F9B53BE3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DBC8E-FC0A-4A90-BDEA-277B6B47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2D2BA-92AF-4752-9C81-46C317D8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18B94-1CB1-4287-8D67-00BB3F2B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8A485-E701-439C-B14D-495BB5E9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A3FCC-4716-45CB-AC32-860A0C31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FEDB0-20B8-4902-9A18-7E987635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DB647-FA86-42BA-B252-DAA3809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1B46D-F817-4838-AEED-A322E00F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07C06-1F18-4CF7-8796-81843477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83D52-2799-46A0-AEF7-7F86EAC7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C3D17-82BB-4FDD-BAE7-5B919E43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8B2BA4-80CD-4C85-8EB5-2DB51BB4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9CA2A-6F20-4CBC-99D9-3683673A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D2C9CC-0214-4BDC-A7A7-D7511611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9F8580-6CD0-48F0-84AB-55F1DA20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DF029-AEBD-4863-B5D3-13A4B35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D68E8D-A4B7-416B-995D-7E2FDADE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24967-204D-4390-877A-71AC91FF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59A53-1DFC-4B59-9C5F-2365094E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721598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A2A25-5B72-4D53-9739-DC00F2B3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02766-236E-4289-8B29-0562B719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BD29-0985-439D-A492-CB1853FE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23BD7-8A0B-47A5-B701-C4AD5093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389C1-AEDF-45E8-BE6B-8FB067E7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F530D-9371-40E3-9337-ECDCE443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3D911-9814-4725-8449-1014BFC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5DB32-D9BB-4E57-9278-CA12B95F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DEBA2-8041-42FA-A510-0307094E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5E8EE-EF67-45AD-95A3-2C5339F7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1356581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2026-09-15T01:06:55.9690000Z</dcterms:created>
  <dcterms:modified xsi:type="dcterms:W3CDTF">2026-09-15T01:06:55.9690000Z</dcterms:modified>
</coreProperties>
</file>