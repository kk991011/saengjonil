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3f6d0405ac456b" /><Relationship Type="http://schemas.openxmlformats.org/officeDocument/2006/relationships/extended-properties" Target="/docProps/app.xml" Id="Rf172f1e6864446cf" /><Relationship Type="http://schemas.openxmlformats.org/officeDocument/2006/relationships/officeDocument" Target="/ppt/presentation.xml" Id="R9754871510b6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385edd411c4e47"/>
  </p:sldMasterIdLst>
  <p:notesMasterIdLst>
    <p:notesMasterId xmlns:r="http://schemas.openxmlformats.org/officeDocument/2006/relationships" r:id="R93f67ecc4ff446a9"/>
  </p:notesMasterIdLst>
  <p:sldIdLst>
    <p:sldId xmlns:r="http://schemas.openxmlformats.org/officeDocument/2006/relationships" id="256" r:id="Rd057d0a925d24f9c"/>
    <p:sldId xmlns:r="http://schemas.openxmlformats.org/officeDocument/2006/relationships" id="257" r:id="R74f5788b4ab2460d"/>
    <p:sldId xmlns:r="http://schemas.openxmlformats.org/officeDocument/2006/relationships" id="258" r:id="Ra9e94c206be549b8"/>
    <p:sldId xmlns:r="http://schemas.openxmlformats.org/officeDocument/2006/relationships" id="259" r:id="R5b0abea43b014e21"/>
    <p:sldId xmlns:r="http://schemas.openxmlformats.org/officeDocument/2006/relationships" id="260" r:id="R05a199b30a274e30"/>
    <p:sldId xmlns:r="http://schemas.openxmlformats.org/officeDocument/2006/relationships" id="261" r:id="R47170881c32a4c12"/>
    <p:sldId xmlns:r="http://schemas.openxmlformats.org/officeDocument/2006/relationships" id="262" r:id="R088e0459793049a3"/>
    <p:sldId xmlns:r="http://schemas.openxmlformats.org/officeDocument/2006/relationships" id="263" r:id="Reb690739fb4c4281"/>
    <p:sldId xmlns:r="http://schemas.openxmlformats.org/officeDocument/2006/relationships" id="264" r:id="Ra67cbf9b2b174a59"/>
    <p:sldId xmlns:r="http://schemas.openxmlformats.org/officeDocument/2006/relationships" id="265" r:id="R972dbcdb16cf40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32f5c850a4f4a" /><Relationship Type="http://schemas.openxmlformats.org/officeDocument/2006/relationships/slideMaster" Target="/ppt/slideMasters/slideMaster1.xml" Id="R50385edd411c4e47" /><Relationship Type="http://schemas.openxmlformats.org/officeDocument/2006/relationships/notesMaster" Target="/ppt/notesMasters/notesMaster1.xml" Id="R93f67ecc4ff446a9" /><Relationship Type="http://schemas.openxmlformats.org/officeDocument/2006/relationships/presProps" Target="/ppt/presProps.xml" Id="Ra197405c9be64c82" /><Relationship Type="http://schemas.openxmlformats.org/officeDocument/2006/relationships/tableStyles" Target="/ppt/tableStyles.xml" Id="Rb5624c5789e4421f" /><Relationship Type="http://schemas.openxmlformats.org/officeDocument/2006/relationships/slide" Target="/ppt/slides/slide1.xml" Id="Rd057d0a925d24f9c" /><Relationship Type="http://schemas.openxmlformats.org/officeDocument/2006/relationships/slide" Target="/ppt/slides/slide2.xml" Id="R74f5788b4ab2460d" /><Relationship Type="http://schemas.openxmlformats.org/officeDocument/2006/relationships/slide" Target="/ppt/slides/slide3.xml" Id="Ra9e94c206be549b8" /><Relationship Type="http://schemas.openxmlformats.org/officeDocument/2006/relationships/slide" Target="/ppt/slides/slide4.xml" Id="R5b0abea43b014e21" /><Relationship Type="http://schemas.openxmlformats.org/officeDocument/2006/relationships/slide" Target="/ppt/slides/slide5.xml" Id="R05a199b30a274e30" /><Relationship Type="http://schemas.openxmlformats.org/officeDocument/2006/relationships/slide" Target="/ppt/slides/slide6.xml" Id="R47170881c32a4c12" /><Relationship Type="http://schemas.openxmlformats.org/officeDocument/2006/relationships/slide" Target="/ppt/slides/slide7.xml" Id="R088e0459793049a3" /><Relationship Type="http://schemas.openxmlformats.org/officeDocument/2006/relationships/slide" Target="/ppt/slides/slide8.xml" Id="Reb690739fb4c4281" /><Relationship Type="http://schemas.openxmlformats.org/officeDocument/2006/relationships/slide" Target="/ppt/slides/slide9.xml" Id="Ra67cbf9b2b174a59" /><Relationship Type="http://schemas.openxmlformats.org/officeDocument/2006/relationships/slide" Target="/ppt/slides/slide10.xml" Id="R972dbcdb16cf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d1db25293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09627fad04748" /><Relationship Type="http://schemas.openxmlformats.org/officeDocument/2006/relationships/notesMaster" Target="/ppt/notesMasters/notesMaster1.xml" Id="R3dbb1c5ca9f149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a2e35723af46c2" /><Relationship Type="http://schemas.openxmlformats.org/officeDocument/2006/relationships/notesMaster" Target="/ppt/notesMasters/notesMaster1.xml" Id="R3586a2dbf1d84a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2a428e85043fb" /><Relationship Type="http://schemas.openxmlformats.org/officeDocument/2006/relationships/notesMaster" Target="/ppt/notesMasters/notesMaster1.xml" Id="R531e7b53d78546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59bdf795d2486a" /><Relationship Type="http://schemas.openxmlformats.org/officeDocument/2006/relationships/notesMaster" Target="/ppt/notesMasters/notesMaster1.xml" Id="R1f7b74878d7a42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e856acaf1049c8" /><Relationship Type="http://schemas.openxmlformats.org/officeDocument/2006/relationships/notesMaster" Target="/ppt/notesMasters/notesMaster1.xml" Id="R9760a829040744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2351327a4d49a3" /><Relationship Type="http://schemas.openxmlformats.org/officeDocument/2006/relationships/notesMaster" Target="/ppt/notesMasters/notesMaster1.xml" Id="R817feae97fb948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eca7b0b12429a" /><Relationship Type="http://schemas.openxmlformats.org/officeDocument/2006/relationships/notesMaster" Target="/ppt/notesMasters/notesMaster1.xml" Id="R2e540500727144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ec4b45c83411f" /><Relationship Type="http://schemas.openxmlformats.org/officeDocument/2006/relationships/notesMaster" Target="/ppt/notesMasters/notesMaster1.xml" Id="Re124bb58502d41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0e26cc077d42c9" /><Relationship Type="http://schemas.openxmlformats.org/officeDocument/2006/relationships/notesMaster" Target="/ppt/notesMasters/notesMaster1.xml" Id="R6581c68814cf4e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49f947e7d24601" /><Relationship Type="http://schemas.openxmlformats.org/officeDocument/2006/relationships/notesMaster" Target="/ppt/notesMasters/notesMaster1.xml" Id="R501ebdd6a788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d7deee5de4e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286ec27d324ff8" /><Relationship Type="http://schemas.openxmlformats.org/officeDocument/2006/relationships/slideLayout" Target="/ppt/slideLayouts/slideLayout1.xml" Id="R9b776dcb942547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76dcb942547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99d2a44c647a7" /><Relationship Type="http://schemas.openxmlformats.org/officeDocument/2006/relationships/notesSlide" Target="/ppt/notesSlides/notesSlide1.xml" Id="Rc29296cdb7a8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3365038164bc6" /><Relationship Type="http://schemas.openxmlformats.org/officeDocument/2006/relationships/image" Target="/ppt/media/image.jpeg" Id="Reddcdcb91b4c4c58" /><Relationship Type="http://schemas.openxmlformats.org/officeDocument/2006/relationships/notesSlide" Target="/ppt/notesSlides/notesSlide2.xml" Id="R62eb89aa142248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49564d5834bff" /><Relationship Type="http://schemas.openxmlformats.org/officeDocument/2006/relationships/image" Target="/ppt/media/image.png" Id="R02382acf0e11421a" /><Relationship Type="http://schemas.openxmlformats.org/officeDocument/2006/relationships/notesSlide" Target="/ppt/notesSlides/notesSlide3.xml" Id="R1f5609bf0228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4ada797534bc3" /><Relationship Type="http://schemas.openxmlformats.org/officeDocument/2006/relationships/image" Target="/ppt/media/image2.png" Id="R49ec8937084742d6" /><Relationship Type="http://schemas.openxmlformats.org/officeDocument/2006/relationships/image" Target="/ppt/media/image3.png" Id="Rafde1b812e254c6e" /><Relationship Type="http://schemas.openxmlformats.org/officeDocument/2006/relationships/notesSlide" Target="/ppt/notesSlides/notesSlide4.xml" Id="Rfcf1d7dd71e8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257aefba744d9" /><Relationship Type="http://schemas.openxmlformats.org/officeDocument/2006/relationships/image" Target="/ppt/media/image4.png" Id="Rdc1daba3479b4b35" /><Relationship Type="http://schemas.openxmlformats.org/officeDocument/2006/relationships/notesSlide" Target="/ppt/notesSlides/notesSlide5.xml" Id="Rdc1bc39b0d1746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dd470c6f842d0" /><Relationship Type="http://schemas.openxmlformats.org/officeDocument/2006/relationships/image" Target="/ppt/media/image2.jpeg" Id="R317260f881844115" /><Relationship Type="http://schemas.openxmlformats.org/officeDocument/2006/relationships/notesSlide" Target="/ppt/notesSlides/notesSlide6.xml" Id="R37fda1d7cd6f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8f02714bb452c" /><Relationship Type="http://schemas.openxmlformats.org/officeDocument/2006/relationships/image" Target="/ppt/media/image5.png" Id="R3ecb5cc373334d3c" /><Relationship Type="http://schemas.openxmlformats.org/officeDocument/2006/relationships/notesSlide" Target="/ppt/notesSlides/notesSlide7.xml" Id="Ra1aabd25bb42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a8dd212a24768" /><Relationship Type="http://schemas.openxmlformats.org/officeDocument/2006/relationships/notesSlide" Target="/ppt/notesSlides/notesSlide8.xml" Id="R1a4d677f2c6a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93cebcd854f41" /><Relationship Type="http://schemas.openxmlformats.org/officeDocument/2006/relationships/notesSlide" Target="/ppt/notesSlides/notesSlide9.xml" Id="R9784983e717249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193f78c1417c" /><Relationship Type="http://schemas.openxmlformats.org/officeDocument/2006/relationships/notesSlide" Target="/ppt/notesSlides/notesSlide10.xml" Id="R15b50340c441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A9653-F48E-4B7E-81CB-CF49BD9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C1918-B975-4EAF-A8E4-FDBA030B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EDCE9-3E9F-4A2F-9136-D9572DED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2026년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ADA06-2EFE-4FB8-9861-5CCE9BB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LG생활건강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5F285-508B-40BC-BBE2-2D58A76C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Home Care &amp; Daily Beauty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44DBA-A1A7-47DC-BB91-B6537CFF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 Experience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A8A26-E699-4938-B66B-53C5EF6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AF6E8-930C-4CE4-96CD-6C15EEE3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행동을 읽고,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판단하며,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연결하는 사람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94088-32B0-41E9-8949-7D19C6C0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 |  Home Care &amp; Daily Beauty 국내영업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660DA-95EA-4C08-834B-6244AF68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191625" y="2238375"/>
            <a:ext cx="457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4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</p:spTree>
    <p:extLst>
      <p:ext uri="{BB962C8B-B14F-4D97-AF65-F5344CB8AC3E}">
        <p14:creationId xmlns:p14="http://schemas.microsoft.com/office/powerpoint/2010/main" val="532402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510D02-A8AA-43E5-8350-7AE96AAC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CA4B-B83E-41BD-9792-774BC923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D672E-4378-4DED-A6DB-8CCD7342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BF28B-AD94-4E23-8623-CE8F8331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Experience</a:t>
            </a:r>
          </a:p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AD6F-49C2-4E2A-91D9-E9B3E5A0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cdcb91b4c4c58"/>
          <a:stretch xmlns:a="http://schemas.openxmlformats.org/drawingml/2006/main"/>
        </p:blipFill>
        <p:spPr>
          <a:xfrm xmlns:a="http://schemas.openxmlformats.org/drawingml/2006/main">
            <a:off x="923925" y="4002977"/>
            <a:ext cx="1162050" cy="15571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6CE5B-2906-49D7-8833-9382E12A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3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94053-123E-41E2-97DF-02CB8E8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4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고객 이해에서 실행까지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80103-4EB2-406E-852D-3D88E8B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국내영업을 준비해온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9980-D2B7-4E43-ADBE-4D5EE822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BBD7D-AE16-48F7-B172-49321D8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BC020-B80F-473C-ABED-49AA51E2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5B64E-D2DE-4E97-8064-347B784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9C73C-0580-4469-8AE4-D2403CE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사용자의 이용 흐름과 요구를 반영해 서비스 구조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C31A2-F0D8-4199-85B7-C39F630C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F9B9C-1485-4112-8A9E-05C52C7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15A83-0DF3-4EE8-A195-B2E220C4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AEA3A-D44E-4402-B767-554EBBC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 기반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641DC-397F-4774-9192-2D40D98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웹툰 소비자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C4811-212E-49B4-B1D2-3CF31186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해외 소비자를 5개 유형으로 구분하고 유형별 전략 근거 도출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D9ADF-CB6C-4ED2-B96F-D53A30D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B997A-0DAD-4CCC-9B2D-2D8B1E0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8ACD3-4F65-4E04-AF57-03A24E59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A08A1-B2B1-4133-AB7F-BF0AB8F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861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전략 기획·실행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1F1AD-4B6C-4603-B28B-1B874F95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861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IMC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4C5C8-E9E8-4BB5-8A71-61A5DBF6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구매행동 분석을 기반으로 온·오프라인 캠페인 기획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60F9D-14AE-4C98-AC23-5CF1316C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3B958-A5F1-4E54-8605-65FBCDDE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45C7E-7B3C-4C66-87BE-9D58560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9A5D1-0672-4AC2-A8AE-497EA46F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E504D-27F8-427C-84F8-E99D3800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입학팀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A68AFB-E35A-450C-8C5C-E2FD3C26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3년간 문의·민원에 대응하고 고객별 맞춤 정보 제공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C66F1-97CF-435F-9EA8-5C36862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B4EC3D-718F-4803-9CEC-D889C5B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77628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6CED8-E672-4CC7-B829-075F4A9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0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관찰   분석   실행   개선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DE764B-BFBC-4D85-8935-08008AB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고객의 선택을 이해하고 실행 가능한 전략으로 연결</a:t>
            </a:r>
          </a:p>
        </p:txBody>
      </p:sp>
    </p:spTree>
    <p:extLst>
      <p:ext uri="{BB962C8B-B14F-4D97-AF65-F5344CB8AC3E}">
        <p14:creationId xmlns:p14="http://schemas.microsoft.com/office/powerpoint/2010/main" val="1509926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19DDB4-8E46-414E-85E4-4000DCC5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F81A8-7A37-4E0A-A654-F8C16A75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651B5-61F7-4E45-A19A-72B26DC0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176E8-12F6-40F4-8F24-9F68528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(1/7)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72CC-C0C1-4B2D-825B-5C0674F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CA560-996F-47C1-9484-8268104E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E4753-7751-4E99-A738-6A0FF51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50명의 취업준비생, 기록을 지속하게 만드는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D2125-0CA4-40F7-915C-C35B57D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A3E11-9847-441D-9B22-63AF741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0757C-37CC-4F13-9370-1A669944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7C658-B6FC-4E69-90D3-4406CAD7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취업 준비 활동과 목표를 기록하고 공유하는 서비스입니다. 참여자는 함께 준비하는 사람들의 활동을 확인하며 자신의 성장 과정을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2E45C-086E-4BC0-8D49-76D8FA7A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F1A3A-7349-4B56-9283-A061039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E8CC5-F7E6-4667-915A-BA3257E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고객과 나의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9C561-8963-442B-8EE6-A32D1CE3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2E73E-0D91-4A05-9774-C8A839B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규모 취업 커뮤니티의 참여자와 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8BAF8-D63B-40A7-AFA4-AF3D3BD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2F41B-7BAC-4EA0-916E-C6FF2EFD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사용자와 운영자의 이용 흐름과 필요한 정보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B92E5-B932-4694-A403-BE023E1F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4C739-2E40-426D-B411-AE757EA4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기능 우선순위와 운영 정책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3DD01-0936-4AA7-AE67-3C50A1FA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9C55D-3576-4FB6-9820-EA9C7326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구현 검증과 배포 후 사용자 피드백 반영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82acf0e11421a"/>
          <a:stretch xmlns:a="http://schemas.openxmlformats.org/drawingml/2006/main"/>
        </p:blipFill>
        <p:spPr>
          <a:xfrm xmlns:a="http://schemas.openxmlformats.org/drawingml/2006/main">
            <a:off x="6381750" y="2506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DE417-FCBA-4FDF-BB4D-FAED721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4AA6A-75AD-468E-A3E3-82C9B5C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438C0-E963-4CE4-9CE4-F1B43F9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2916F-EF16-428E-ABB1-1C49E8F2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A1144-CFA5-458C-BAE9-50958217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45CBA-28B6-4A1A-9228-E54799F5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DD4DB4-8E66-4DE1-9795-9093A668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문제 정의 · 요구사항/정책 설계 · 구현 검증 · 배포/운영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8EE33-D03C-451F-B1B0-71C3467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55483D-7481-4E51-9BF9-25226575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10349-9B62-437E-A4B1-F3B1C45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97DEE-DEE4-4304-88F3-C5CFE27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사용자의 행동을 관찰하고 실제 이용 흐름을 기준으로 서비스를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38710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F9C4A-F53E-4DEF-8E56-E8CF06BA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409C5-B708-4E9F-A7E5-D9B6F352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2526-68FE-461E-8CD1-BB541BDB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C8B2B-692F-4306-8765-E6BF8F1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(2/7)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59B32-3CB9-4E8B-9DA2-87E4259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5CF14-7BB1-480C-8677-E2612290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사용자 요구와 서비스 구조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B6EA1-72FF-4823-92BE-0791DDE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기록 방식과 참여 구조를 실제 이용 방식에 맞게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C3B5E-020B-4BF0-8932-04AA2B0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0EF08-088F-4D9A-9011-0B6F0367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05C80-D886-430A-BAB1-00BE610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활동 기록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70C44-EC5B-4523-8870-598ACAA1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총 활동시간만 입력하던 구조에서 활동별 시간을 확인하고 싶다는 요구를 반영했습니다.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247FB-335B-4D69-B671-3748583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21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8B77E-0033-4DDB-948D-35EA6139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활동별 시간을 입력하고 확인하도록 기록 항목을 세분화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DB8E3-8EE1-4E6F-8DE1-3EA86C6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2E93E-2D12-4B91-82BB-741F513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D48BB-1DDD-4A1F-A798-3EA89C8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다중 그룹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7882D-A624-45CA-8E0F-DF750577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 사용자가 여러 프로그램에 참여하는 실제 운영을 확인했습니다. 기존 데이터 호환과 관리자 배정, 사용자 선택 흐름까지 함께 수정했습니다.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c8937084742d6"/>
          <a:stretch xmlns:a="http://schemas.openxmlformats.org/drawingml/2006/main"/>
        </p:blipFill>
        <p:spPr>
          <a:xfrm xmlns:a="http://schemas.openxmlformats.org/drawingml/2006/main">
            <a:off x="7109354" y="2095500"/>
            <a:ext cx="3640667" cy="204787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e1b812e254c6e"/>
          <a:stretch xmlns:a="http://schemas.openxmlformats.org/drawingml/2006/main"/>
        </p:blipFill>
        <p:spPr>
          <a:xfrm xmlns:a="http://schemas.openxmlformats.org/drawingml/2006/main">
            <a:off x="7532688" y="4191000"/>
            <a:ext cx="2794000" cy="15716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62F6C-B4C8-478C-9DA4-7446B7A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5FD7D-8248-40D1-B406-2F39BD1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F3FC8-DDFA-4674-A47A-085B69D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55F06-24A2-4A1A-A6E9-39023C8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424DA-C021-4015-BA8A-5B2AEFD1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77DEC3-56CE-4460-B0F3-879BFE3C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EAF65-AAD3-4EAB-BAEA-3C8474A0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요구 반영 · 활동별 입력 개선 · 다중 그룹 구조 전환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61DD4-D9EF-46CD-BCB4-635267D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A861CD-69E7-4436-9267-0C9DE4A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26CBE-36D3-44E6-93EB-BBA0EA4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40DAD-5C8A-4E2D-A3FC-A00D0D1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실제 행동과 반응을 확인하고 실행 이후의 개선까지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43648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0ECEA2-8F73-4F3F-948A-70ADDF3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E26A7-CFF4-4A24-AAF2-2E3A596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8BFCE-4B43-484D-B15E-0C7851C4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1F911-9444-4B5B-9F23-1AEACDC2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(3/7)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50CA5-CE02-40C7-99FD-877BA04C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67316-BF5C-4873-B7B7-23C84C61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4D60D-4C98-479E-AE17-2A19B15E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2030의 구매행동에서 포인트 활성화의 실마리를 찾다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CCAE6-EF62-4DF2-B53C-39341EA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87241-1A6E-4DBF-A13E-B8017D2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EF4DB-121B-42A4-8B90-DF68507B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D7579-3793-4900-84A0-C3470CF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고객의 포인트 인지도와 사용을 높이기 위해 콘텐츠를 만들기 전에 고객이 포인트를 어떻게 인식하고 사용하는지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8C6FF-9F72-4D70-AB58-02CC2DDF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8B3FB-3B1F-4789-8EA5-BAE92DBC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2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1D110-108E-478C-BE11-66E97446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조사와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9BC44-F25B-4561-9295-97AE7B41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363EA-A58C-4820-8FD6-3EA72216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대상 설문조사를 직접 설계하고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4686F-79C8-45EF-9DC7-276C5179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544CF-B4A5-4D9E-82BC-70407B3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인지도와 구매행동, 소비자 반응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834DD-CE2D-480A-846C-B2151A96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90C44-29FF-42B1-AF97-19C90B23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910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조사 결과를 온·오프라인 전략 방향의 근거로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4DC48-4ABB-4FAE-9C96-7B63EE29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C735C-9DC6-4295-BE51-B4217CC8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D64E2-82DC-419E-9C50-C6410E0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나의 역할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1FE38-6F28-4F1C-8A95-E9FAA97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조장 · 전략 기획 총괄 · 콘텐츠 기획 및 제작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daba3479b4b35"/>
          <a:stretch xmlns:a="http://schemas.openxmlformats.org/drawingml/2006/main"/>
        </p:blipFill>
        <p:spPr>
          <a:xfrm xmlns:a="http://schemas.openxmlformats.org/drawingml/2006/main">
            <a:off x="6381750" y="2482453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55167-B395-4180-8EC9-97A882C0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9C164-7BB7-4AF4-84D4-C7BCB769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8189D-71D3-4091-AE58-358CDF0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CC1FA-4A6A-4459-A6A0-6B4FAF7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72AC7-CA26-404A-8BF8-DDDC299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CD5E98-4BAE-459E-A22F-2083A1C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4284B-7290-45AA-9BEF-F8BABB98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조장 · 기획 총괄 · 콘텐츠 기획 및 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FDE8F-6789-446F-9020-A9FD68B8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1A53D-C050-42EB-A244-78D8A3D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025FB-FAE0-4F07-A6C6-6A3DCE91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B90A89-1F8E-4959-81B2-F18D461B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구매행동을 먼저 확인한 뒤 프로모션 방향을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75418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88FC2A-5285-4C71-9A00-43CEEF73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EBCD1-958B-44BF-9D85-62AE956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9BD30-B703-402D-AF71-FE67688D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68F91-3E2B-42E0-9EBA-AFBFA01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(4/7)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6B002-BB97-4AE6-B0B2-1FE544A3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F1A99-83E7-4504-B7AA-4499FF63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온·오프라인 고객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DFB26-48BF-44E6-84F8-A521DAF1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조사 결과를 고객 접점의 실행안으로 구체화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4FF23-62F0-412A-9EFF-B241CFFD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AC831-CF43-4C50-8053-584F0F6E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05E56-11AE-4325-92D3-81150BF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온라인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EB126-8E4D-40E9-93F8-69A78C4C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E7C70-EEA8-4458-9021-25FC413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적립률을 전달하는 인포머셜 숏폼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57D9A-F16D-45D0-8B7D-2120023B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AF384-CC36-4C47-87B5-C0D087A1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765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오징어게임 패러디 바이럴 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BC1BE-12D8-4A74-9786-B9411BB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0A177-25B2-4427-BDA5-F7A663EF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앱 기반 고객 참여 이벤트 아이디어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FAA4C-7586-4E88-9DA3-B294912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D5E0E-880B-49B1-AF3B-41E0172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1CA4A-0EF1-480C-8AED-8E28811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오프라인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B6D2D-DFE0-4423-8F8F-BBE3EC4D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1E93E-BC19-4D7E-B681-63E9272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대항전과 간식차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D1E1A-604A-4650-9696-650866F6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D7F99-E6AA-4CC6-83D5-CE2F9719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럭키드로우 등 고객 참여 아이디어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69438-F1A8-46FC-AC68-6E7525A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6F790-7AB1-4E98-AC2D-A60AE33D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BAE78-A5BA-4DD9-AA7D-8CDA6CA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05E74-85F7-48E3-B507-941E5B7F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CF333F-F118-40B6-A0E9-9C8E3D1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매경비즈 직무스펙 프로젝트 대상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260f881844115"/>
          <a:stretch xmlns:a="http://schemas.openxmlformats.org/drawingml/2006/main"/>
        </p:blipFill>
        <p:spPr>
          <a:xfrm xmlns:a="http://schemas.openxmlformats.org/drawingml/2006/main">
            <a:off x="6386513" y="2095500"/>
            <a:ext cx="5133975" cy="36671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6A849-0333-4571-9BC4-7B2AE4A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288EE-FE3E-421F-97BF-6711DF5B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2B8E2-E452-47CD-85DE-57C725BE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A48826-794D-48E0-979B-6C20E316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7948E0-8428-4DD9-9045-8A2FEAB4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14EBA9-0172-4AA3-B3DA-F5BFEE7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98BB0-5F21-4E2A-92DD-436CD62F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소비자 조사 기반 IMC 전략 · 온·오프라인 콘텐츠 기획/제작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04D880-9987-4417-957F-1696AA4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825A02-C612-4944-8A95-F8E90C0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1F956E-F69F-4570-BC96-EE6207A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7A0E5A-AFA2-4DDD-8D5A-FD08E7F5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분석을 프로모션과 고객 접점의 실행안으로 구체화했습니다.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03210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FCF67C-9227-43C7-BF9A-279D0F72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5C5D2-AC28-44EC-8779-388C0C56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3B80F-53E8-4097-8E66-FD375D0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9EBBD-5C1B-4C69-B11E-A4521B2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(5/7)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E2D44-69F0-49E3-B062-65FC8C39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1F8A8-25BC-49B0-BEFE-33155D0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한국 웹툰 소비자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A77F9-EC34-48DA-9448-9EC9EFD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고객마다 다른 선택 기준을 유형별 전략으로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E8BF0-63BE-46FA-A63E-037E881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64B88-2E81-4B59-BFF4-6137939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5BF79-965E-4F7D-A004-3700C0AC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F5EF8-841C-460A-A242-D3FECDBB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한국 웹툰의 글로벌 진출을 위해 여러 데이터 소스를 활용해 해외 소비자의 반응과 흥행 요인을 분석했습니다.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71C47-106B-40BE-8D79-CEE0A9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1A45E-978F-49D1-8ABA-D741716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54991-CE6F-4413-AD6C-2410E9F8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69237-F9FA-448B-B811-AA871689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03A9B-EC81-40BE-BA45-C3431A2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해외 소비자 반응을 5개 유형으로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9B27B-7ACE-4D99-B62D-657FDB2E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AFF69-E6B1-46F1-92F1-DACB3F4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소비자 유형별 마케팅과 해외 진출 전략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51ACE-6B80-42A8-B812-BABE5D6F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2F417-72F1-4DC2-985D-10A8CB07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댓글 수집과 전처리, 로지스틱 회귀분석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2BC88-2964-43F4-AF00-C068D04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CC912-2E8F-460B-867A-C157C2DE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구독자 예측모델과 SHAP 영향요인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6B7EE-AF73-4AF1-9A5B-FB80C60C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5219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EDB18-FA11-4002-B6A9-5A97DA6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문화데이터 공모전 데이터분석 부문 대상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b5cc373334d3c"/>
          <a:stretch xmlns:a="http://schemas.openxmlformats.org/drawingml/2006/main"/>
        </p:blipFill>
        <p:spPr>
          <a:xfrm xmlns:a="http://schemas.openxmlformats.org/drawingml/2006/main">
            <a:off x="6381750" y="2482453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BE458-4C35-4ABF-9E6C-3F859B52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3D78B-6870-47B1-8918-29ECE4E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F1E71-4D1A-46C8-9076-E8030F6C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30D3D-DEF6-489F-8313-50AD7E54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B6C47-579F-4670-A881-13C9A22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4인 팀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92FA5-FE41-4DBE-880D-FF1AE42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A6A85-A78E-4E2E-ADCE-A6179895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댓글 수집·전처리 · 로지스틱 회귀 · 구독자 예측모델 · SHAP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CAD02A-739A-4A75-922D-8D969C22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DCF8E-7FF2-42AE-B92C-B2CCF07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7CC9B9-471C-4F59-ADAC-3B071C9D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975FD-E588-4524-AA98-EB51B94A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고객군에 따라 선택 기준이 달라 채널별 전략도 달라야 함을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2131214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DD0257-0AA6-4425-BFA6-869F977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7C4DB-7647-4552-8167-88FC3F1F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03E1-B15E-4BBD-A0B2-61061857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4C79C-8AAC-4BC0-83A2-13593708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(6/7)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2424B-6310-4D49-9976-20F9A3CE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74EB8-FC41-4185-A1B6-A166BB1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2BFC6-2B10-4C47-AFED-5FBF1DF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고객의 질문을 필요한 해결책으로 바꾸다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092D1-50AE-4F95-8288-809906B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7BDDF-43DC-45C7-A39F-FF518A74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C75B8-A10D-4750-8756-C9437639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3년의 고객 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C46EF-10DD-49C7-BD62-7A502F8E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입학팀에서 입학전형과 제출서류, 일정, 학교생활 문의와 민원에 대응했습니다.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479DC-1EEA-4F29-A82A-36A44E14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8F8D3-1336-406F-BEE0-341186D3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8E1A0-E34C-401B-A3F9-CEDA1511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내가 한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1C78E-E332-474D-8FDA-3D9FC87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14FA5-16D7-4B42-9033-A0E408C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문의 유형과 고객의 상황을 파악해 맞춤 정보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F6F37-2A0C-4D32-AEAE-C530334B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CB1B9-1A65-4476-9ED3-1DA2CE9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내용을 문서화하고 유사 사례 대응 자료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41CD4-40CD-4807-B2E1-25F6ADCA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4C86A-0878-4798-A7E7-F1A30D23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197D6-B612-4AB2-9C30-A3BB1EB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C2754-16D2-4CC0-A7C8-6F365C84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신규 인턴의 업무 이해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A2249-63FA-44EC-A2D4-B373E6E3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A99C3-B65D-4C1C-B6C0-C8B8D98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2F7D8-2C46-4C09-A8DE-8ED44AD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E11AA-3A11-4C1B-A478-93244A24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 뒤에 있는 실제 필요를 파악해야 정확한 해결책을 제공할 수 있었습니다.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CAD18-83F6-4949-957E-D4AEB499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6DE4F-A032-46E5-8700-BFD49F84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87CFD-99A2-4957-A607-4C0ACF1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37E5A-C7B8-4DA6-97A6-C4EFC88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문의 파악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0EAB7-5AD8-4DCA-9237-727787E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질문의 상황과 필요한 정보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F238A4-BD24-461C-A502-8A7ECA67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E09024-216A-454B-BC42-DADFA970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2DD401-167A-438B-89F6-6A887C3B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맞춤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24E6C-8A51-4992-919C-16C2D9C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고객별로 정확한 정보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E2ED3D-567A-430F-8A39-CDC6AA1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4565C3-3A66-49F3-8CFB-7F41160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A92DC9-49DB-4B57-B2AF-2309D5CA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기록과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3F828-8B81-4A00-8267-6C1A0D77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내용과 유사 사례 축적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F5CF99-11AC-41DE-A03D-21A7F12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2DFAE3-CE02-4A50-8722-290627C7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4965FA-B3CC-48BB-B6DB-825131BC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72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안내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ECEAEF-61F7-4D0D-AA9E-B9708BD6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B5BE6E-2824-4D6A-B07C-3AF643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F3088E-EA14-4C00-8EA0-1599AFF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79FFC-B38E-4E35-B93B-4DB075D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945E3F-786A-4DCC-B9F2-C715F42D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29B8F2-E240-4252-9FC3-2A272C2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입학팀 근무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E9F8A2-82B7-4504-8A13-D30EE8B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94CAEB-2ACB-4B07-9A70-185DABB3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문의·민원 응대 · 문서화 · FAQ/안내문 정비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760317-F7DE-44F8-B43F-B6F681D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15B2BF-AA8D-4FAD-80C6-C50FCD51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E61C02-3CD4-40BB-B6CF-8AC40D3F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E184F2-2F51-4D3A-9F16-AE2CDC4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내·외부 고객의 요구를 파악하고 필요한 정보를 정확히 전달하는 경험입니다.</a:t>
            </a:r>
          </a:p>
        </p:txBody>
      </p:sp>
    </p:spTree>
    <p:extLst>
      <p:ext uri="{BB962C8B-B14F-4D97-AF65-F5344CB8AC3E}">
        <p14:creationId xmlns:p14="http://schemas.microsoft.com/office/powerpoint/2010/main" val="1529887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256DFA-95E0-4440-8949-5AB4598E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FC40F-EF93-4FC5-9706-1F22425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C3979-584C-4CFA-982E-EDF75D5C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40A1F-599B-4013-8D6E-34927D8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(7/7)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54CF0-F713-4F3B-B24C-D9BA0D8D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CF6CD-DB1D-472B-B6C1-A02F3910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F2367-26EB-4F3F-B633-DEF4163D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지원자 경험과 국내영업 업무의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B541D-060F-46E7-B152-3BC17F1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F4C66-DFC8-4DA4-AC4E-C5B63D31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670E3-7C96-467D-9616-D441F3C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경험과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E7013-A93A-46A3-916B-1C0C1B1D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E55A1-0C4F-4091-98CB-9022F41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행동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B6E36-3682-4240-A68A-41FE65F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A519B-B92E-417C-97AE-AFFC52C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D13B9-6058-456D-8993-1E93A95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소비자 구매패턴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13A12-3644-4559-889D-E585F6B5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E5880-D4FF-4C49-A9F9-5EDCFFD5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7CE85-506D-45FF-B546-07C998E7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90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822BD-A708-4937-A74F-924BCBE0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93E62-7377-4CAB-BB33-CB076506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채널별 영업전략과 상품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4D18C-C273-4C27-846B-39586BF0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04A2B-95B3-435D-84F5-3E6AB15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제주항공 IMC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01A03-4440-48AF-AB65-E805F6D4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BBA79-EB8F-4EF4-A04D-7488ADC7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2B7F1-F85C-4FD5-B458-4395E92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프로모션과 캠페인 기획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234C2-6B09-425C-99F7-917726D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7DFEA-230E-435D-8A17-E4A3472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서비스 운영 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DA166-005F-4C73-BC9A-5439021E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A094B-144D-411A-8991-52EEFCDA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E38ADF-D28C-4A0D-AEB8-01A8225E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영업정책 사후분석과 고도화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58FE1-43AC-4D5F-A4C3-7F7CEE9B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1A737C-55DD-4395-A83F-6CC0821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 고객 상담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2AB86-3647-43E5-8C5D-9B0CA497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DF07B-44F6-441B-9517-AAD848A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CDC525-4510-462D-AC70-11D2DF8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내·외부 고객 커뮤니케이션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4A9DD2-F778-478F-8000-B93AAC4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5918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A83B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4F5A56-9A6A-42CD-B469-26C757F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고객의 작은 구매 변화를 기회로 읽고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B63FBB-F995-44EE-94C9-E020A7B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채널별 실행으로 연결하는 LG생활건강의 ‘뛰어난 장사꾼’이 되겠습니다.</a:t>
            </a:r>
          </a:p>
        </p:txBody>
      </p:sp>
    </p:spTree>
    <p:extLst>
      <p:ext uri="{BB962C8B-B14F-4D97-AF65-F5344CB8AC3E}">
        <p14:creationId xmlns:p14="http://schemas.microsoft.com/office/powerpoint/2010/main" val="65551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CEE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89426-9E3C-4DC0-8EB9-59023A75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6572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F01C9-31C5-4474-8BD2-439BF93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E42DC-6773-4B13-BD80-FC65680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FD31C-C8BE-4B36-9D86-4874D6F4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16917-D5D6-4D9B-A17A-BC6BFBF5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FB68A-7DC1-4008-A1DD-3C78558B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선택을 읽고,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기회를 발견하며,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성과를 만드는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영업사원이 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0BD90-4676-4921-96C3-04B93101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F7E1C-0392-472C-9ABF-5F5267D0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0B31E-C7DF-41A5-89B2-2EA2DAEA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EC856-DB8E-49FE-A6FD-4587617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| 010-2923-3450 | kk991011@gmail.com</a:t>
            </a:r>
          </a:p>
        </p:txBody>
      </p:sp>
    </p:spTree>
    <p:extLst>
      <p:ext uri="{BB962C8B-B14F-4D97-AF65-F5344CB8AC3E}">
        <p14:creationId xmlns:p14="http://schemas.microsoft.com/office/powerpoint/2010/main" val="151110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2026-09-15T00:56:07.5610000Z</dcterms:created>
  <dcterms:modified xsi:type="dcterms:W3CDTF">2026-09-15T00:56:07.5610000Z</dcterms:modified>
</coreProperties>
</file>