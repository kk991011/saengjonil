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a6e72a5ca641ca" /><Relationship Type="http://schemas.openxmlformats.org/officeDocument/2006/relationships/extended-properties" Target="/docProps/app.xml" Id="R3efc0af9975c4d58" /><Relationship Type="http://schemas.openxmlformats.org/officeDocument/2006/relationships/officeDocument" Target="/ppt/presentation.xml" Id="R3b2f29432c164c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ec7142a19f4639"/>
  </p:sldMasterIdLst>
  <p:notesMasterIdLst>
    <p:notesMasterId xmlns:r="http://schemas.openxmlformats.org/officeDocument/2006/relationships" r:id="R5d31d197be9f406a"/>
  </p:notesMasterIdLst>
  <p:sldIdLst>
    <p:sldId xmlns:r="http://schemas.openxmlformats.org/officeDocument/2006/relationships" id="256" r:id="Rf558b963012140b3"/>
    <p:sldId xmlns:r="http://schemas.openxmlformats.org/officeDocument/2006/relationships" id="257" r:id="R57058765dfb24b6c"/>
    <p:sldId xmlns:r="http://schemas.openxmlformats.org/officeDocument/2006/relationships" id="258" r:id="R9bf932dc686b47bc"/>
    <p:sldId xmlns:r="http://schemas.openxmlformats.org/officeDocument/2006/relationships" id="259" r:id="Rc678304a6dff42c3"/>
    <p:sldId xmlns:r="http://schemas.openxmlformats.org/officeDocument/2006/relationships" id="260" r:id="Rce66654c4c544c8b"/>
    <p:sldId xmlns:r="http://schemas.openxmlformats.org/officeDocument/2006/relationships" id="261" r:id="R990ff878e95d4808"/>
    <p:sldId xmlns:r="http://schemas.openxmlformats.org/officeDocument/2006/relationships" id="262" r:id="Rb2fba47a1b864544"/>
    <p:sldId xmlns:r="http://schemas.openxmlformats.org/officeDocument/2006/relationships" id="263" r:id="R3318792907fc434d"/>
    <p:sldId xmlns:r="http://schemas.openxmlformats.org/officeDocument/2006/relationships" id="264" r:id="R31be39f2a82e426a"/>
    <p:sldId xmlns:r="http://schemas.openxmlformats.org/officeDocument/2006/relationships" id="265" r:id="R6ffb2b2eca9b43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ffe7e8a30e4e40" /><Relationship Type="http://schemas.openxmlformats.org/officeDocument/2006/relationships/slideMaster" Target="/ppt/slideMasters/slideMaster1.xml" Id="Rddec7142a19f4639" /><Relationship Type="http://schemas.openxmlformats.org/officeDocument/2006/relationships/notesMaster" Target="/ppt/notesMasters/notesMaster1.xml" Id="R5d31d197be9f406a" /><Relationship Type="http://schemas.openxmlformats.org/officeDocument/2006/relationships/presProps" Target="/ppt/presProps.xml" Id="R5a9d3b6507ee46e1" /><Relationship Type="http://schemas.openxmlformats.org/officeDocument/2006/relationships/tableStyles" Target="/ppt/tableStyles.xml" Id="Rbb8827b49e214c86" /><Relationship Type="http://schemas.openxmlformats.org/officeDocument/2006/relationships/slide" Target="/ppt/slides/slide1.xml" Id="Rf558b963012140b3" /><Relationship Type="http://schemas.openxmlformats.org/officeDocument/2006/relationships/slide" Target="/ppt/slides/slide2.xml" Id="R57058765dfb24b6c" /><Relationship Type="http://schemas.openxmlformats.org/officeDocument/2006/relationships/slide" Target="/ppt/slides/slide3.xml" Id="R9bf932dc686b47bc" /><Relationship Type="http://schemas.openxmlformats.org/officeDocument/2006/relationships/slide" Target="/ppt/slides/slide4.xml" Id="Rc678304a6dff42c3" /><Relationship Type="http://schemas.openxmlformats.org/officeDocument/2006/relationships/slide" Target="/ppt/slides/slide5.xml" Id="Rce66654c4c544c8b" /><Relationship Type="http://schemas.openxmlformats.org/officeDocument/2006/relationships/slide" Target="/ppt/slides/slide6.xml" Id="R990ff878e95d4808" /><Relationship Type="http://schemas.openxmlformats.org/officeDocument/2006/relationships/slide" Target="/ppt/slides/slide7.xml" Id="Rb2fba47a1b864544" /><Relationship Type="http://schemas.openxmlformats.org/officeDocument/2006/relationships/slide" Target="/ppt/slides/slide8.xml" Id="R3318792907fc434d" /><Relationship Type="http://schemas.openxmlformats.org/officeDocument/2006/relationships/slide" Target="/ppt/slides/slide9.xml" Id="R31be39f2a82e426a" /><Relationship Type="http://schemas.openxmlformats.org/officeDocument/2006/relationships/slide" Target="/ppt/slides/slide10.xml" Id="R6ffb2b2eca9b43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f824f392754d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cbf8e11c134c37" /><Relationship Type="http://schemas.openxmlformats.org/officeDocument/2006/relationships/notesMaster" Target="/ppt/notesMasters/notesMaster1.xml" Id="Rf556e7fea5544f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192b80e8e840e8" /><Relationship Type="http://schemas.openxmlformats.org/officeDocument/2006/relationships/notesMaster" Target="/ppt/notesMasters/notesMaster1.xml" Id="R36f62f0ebae245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2e7b4297234067" /><Relationship Type="http://schemas.openxmlformats.org/officeDocument/2006/relationships/notesMaster" Target="/ppt/notesMasters/notesMaster1.xml" Id="Reac49093567743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e67cd246f94921" /><Relationship Type="http://schemas.openxmlformats.org/officeDocument/2006/relationships/notesMaster" Target="/ppt/notesMasters/notesMaster1.xml" Id="Rb98ca33cc28c4a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d0c397497f4823" /><Relationship Type="http://schemas.openxmlformats.org/officeDocument/2006/relationships/notesMaster" Target="/ppt/notesMasters/notesMaster1.xml" Id="Ref81680b8b1a47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8ff0882e6f4348" /><Relationship Type="http://schemas.openxmlformats.org/officeDocument/2006/relationships/notesMaster" Target="/ppt/notesMasters/notesMaster1.xml" Id="Rc46e25584ea9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e3ac2331a3478d" /><Relationship Type="http://schemas.openxmlformats.org/officeDocument/2006/relationships/notesMaster" Target="/ppt/notesMasters/notesMaster1.xml" Id="R44dd3d02c78244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91cf06801641ec" /><Relationship Type="http://schemas.openxmlformats.org/officeDocument/2006/relationships/notesMaster" Target="/ppt/notesMasters/notesMaster1.xml" Id="Rb841961c1e8f42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91457cfc0f4739" /><Relationship Type="http://schemas.openxmlformats.org/officeDocument/2006/relationships/notesMaster" Target="/ppt/notesMasters/notesMaster1.xml" Id="R4644cd840b3248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3e9e9fa03a40f0" /><Relationship Type="http://schemas.openxmlformats.org/officeDocument/2006/relationships/notesMaster" Target="/ppt/notesMasters/notesMaster1.xml" Id="R15568ffc9f9a41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1ef3047e844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dd3b62e2634fa1" /><Relationship Type="http://schemas.openxmlformats.org/officeDocument/2006/relationships/slideLayout" Target="/ppt/slideLayouts/slideLayout1.xml" Id="R111bd306c6174f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1bd306c6174f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8ad5c85ad4c3e" /><Relationship Type="http://schemas.openxmlformats.org/officeDocument/2006/relationships/notesSlide" Target="/ppt/notesSlides/notesSlide1.xml" Id="R3d986e4981bd4e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3c3a181d44832" /><Relationship Type="http://schemas.openxmlformats.org/officeDocument/2006/relationships/image" Target="/ppt/media/image.png" Id="R74e95e6a7a374aef" /><Relationship Type="http://schemas.openxmlformats.org/officeDocument/2006/relationships/notesSlide" Target="/ppt/notesSlides/notesSlide2.xml" Id="R93ba04613ecd4b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a6bfa6530465d" /><Relationship Type="http://schemas.openxmlformats.org/officeDocument/2006/relationships/image" Target="/ppt/media/image2.png" Id="Rc936adabb5f84d73" /><Relationship Type="http://schemas.openxmlformats.org/officeDocument/2006/relationships/image" Target="/ppt/media/image3.png" Id="R13a8156901724b02" /><Relationship Type="http://schemas.openxmlformats.org/officeDocument/2006/relationships/notesSlide" Target="/ppt/notesSlides/notesSlide3.xml" Id="Rb86c7e663b1841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7e7c916a64f30" /><Relationship Type="http://schemas.openxmlformats.org/officeDocument/2006/relationships/image" Target="/ppt/media/image4.png" Id="Rfa7fb8bc642b4386" /><Relationship Type="http://schemas.openxmlformats.org/officeDocument/2006/relationships/image" Target="/ppt/media/image5.png" Id="R3c48ec704eab4dd2" /><Relationship Type="http://schemas.openxmlformats.org/officeDocument/2006/relationships/notesSlide" Target="/ppt/notesSlides/notesSlide4.xml" Id="R282f28624b5c4f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35ebe2e7940c8" /><Relationship Type="http://schemas.openxmlformats.org/officeDocument/2006/relationships/image" Target="/ppt/media/image6.png" Id="Rf1f9eeda54fe4f3b" /><Relationship Type="http://schemas.openxmlformats.org/officeDocument/2006/relationships/notesSlide" Target="/ppt/notesSlides/notesSlide5.xml" Id="Ra05aef3694704f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289522f894ba9" /><Relationship Type="http://schemas.openxmlformats.org/officeDocument/2006/relationships/image" Target="/ppt/media/image7.png" Id="R1d8c01e79772410b" /><Relationship Type="http://schemas.openxmlformats.org/officeDocument/2006/relationships/image" Target="/ppt/media/image8.png" Id="R930a6e0e65a54f1f" /><Relationship Type="http://schemas.openxmlformats.org/officeDocument/2006/relationships/image" Target="/ppt/media/image9.png" Id="Rda4615a1b045488e" /><Relationship Type="http://schemas.openxmlformats.org/officeDocument/2006/relationships/notesSlide" Target="/ppt/notesSlides/notesSlide6.xml" Id="R0ba3845e356441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c3d5b8c724263" /><Relationship Type="http://schemas.openxmlformats.org/officeDocument/2006/relationships/image" Target="/ppt/media/image10.png" Id="Rb2dd0a7cf70d49a8" /><Relationship Type="http://schemas.openxmlformats.org/officeDocument/2006/relationships/image" Target="/ppt/media/image11.png" Id="R1cf48fd636db4f0e" /><Relationship Type="http://schemas.openxmlformats.org/officeDocument/2006/relationships/image" Target="/ppt/media/image12.png" Id="R1079a691eede40b8" /><Relationship Type="http://schemas.openxmlformats.org/officeDocument/2006/relationships/image" Target="/ppt/media/image13.png" Id="Ref2b149ecc294ee6" /><Relationship Type="http://schemas.openxmlformats.org/officeDocument/2006/relationships/notesSlide" Target="/ppt/notesSlides/notesSlide7.xml" Id="R904ff3f2a4a94b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4ecf980f94be5" /><Relationship Type="http://schemas.openxmlformats.org/officeDocument/2006/relationships/notesSlide" Target="/ppt/notesSlides/notesSlide8.xml" Id="R0ddeda3c38f84d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43e701e054645" /><Relationship Type="http://schemas.openxmlformats.org/officeDocument/2006/relationships/notesSlide" Target="/ppt/notesSlides/notesSlide9.xml" Id="R193ce67c80c642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467bcb3374167" /><Relationship Type="http://schemas.openxmlformats.org/officeDocument/2006/relationships/notesSlide" Target="/ppt/notesSlides/notesSlide10.xml" Id="R61a97add66f94e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0E909-ED5F-4121-A264-D30B24CC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3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040B1-564F-4D34-B442-517953A9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239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468BF-E8A4-49FB-BF91-3411BD5A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2026년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29892-4B71-4EE9-B6C4-735FB4B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LG생활건강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7BCA8-AE57-4000-8512-61210E2F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Home Care &amp; Daily Beauty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7D763-07F7-4719-97B7-2FE62BF5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국내영업 Experience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E324F-A868-4971-8828-CEDA87B1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785E5-42F8-4448-89F8-C9FB1AD4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23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고객의 행동을 읽고,</a:t>
            </a:r>
          </a:p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데이터로 판단하며,</a:t>
            </a:r>
          </a:p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실행으로 연결하는 사람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C900E-C129-487D-84B2-5CEA0450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김가영  |  Home Care &amp; Daily Beauty 국내영업 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4A639-C3AE-4056-861F-FCD7138B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666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P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R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T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F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L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I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094951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14212A-F7D8-4E4F-AEB9-5CCF2243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95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923C0-539C-4345-89E7-1B64D7D5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303E4-C685-4486-9531-BEE56B9E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C9C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9C9C9C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F9779-4499-4B5D-B749-53730E0B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Experience</a:t>
            </a:r>
          </a:p>
          <a:p xmlns:a="http://schemas.openxmlformats.org/drawingml/2006/main">
            <a:pPr algn="l">
              <a:def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614E1-BF55-49F5-B762-894FA5BA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95e6a7a374aef"/>
          <a:stretch xmlns:a="http://schemas.openxmlformats.org/drawingml/2006/main"/>
        </p:blipFill>
        <p:spPr>
          <a:xfrm xmlns:a="http://schemas.openxmlformats.org/drawingml/2006/main">
            <a:off x="923925" y="4006850"/>
            <a:ext cx="1162050" cy="1549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6CE6F-79E4-4975-9CE3-9FEEF157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6388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김가영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53CF6-980C-49DF-9BDE-B02916F3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143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고객 이해에서 실행까지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7BD93-0549-4DCA-9D47-191321C6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0668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국내영업을 준비해온 경험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6E0F4-C89E-4C6A-AC49-AE0FDA17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050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7613A-49F3-47C6-8DE1-8C7CE8A1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83C09-E4C9-4E24-933C-B8C4405A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관찰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B2605-FA32-46BB-94F1-B5255F2B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335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취업일지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49E3D-FC04-47C1-AAD7-802655E3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859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50명 사용자의 이용 흐름과 요구를 반영해 서비스 구조 개선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8E37F1-0780-42F5-9B02-907CB1D2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384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A8C7E-CE51-4826-AF6F-DCEC6F93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27D02-2AB6-4D7C-96A7-DA6B98B3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289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0049C-14B5-44EC-9663-6AC864FA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 기반 판단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BF809-4A20-4697-BEFC-B830E430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98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웹툰 소비자 분석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556EF-B928-486E-B643-0B101FB2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62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해외 소비자를 5개 유형으로 구분하고 유형별 전략 근거 도출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E8D28-3EF7-462E-97CD-37ECA044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47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3A6738-CEBF-482D-9FCA-89C03B2D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8891F6-4C5E-4CDB-BD98-22FE9212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052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5514E2-B987-4A5B-AD5C-789A92C9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861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전략 기획·실행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42D31B-C24C-4CF0-A62F-8955AF71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861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제주항공 IMC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4D7D6-47FA-44EE-A019-645CF1A6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구매행동 분석을 기반으로 온·오프라인 캠페인 기획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EEE38E-E4B6-4EAA-9748-0D88C80C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910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A534B2-69D9-469A-AE1C-95D6D69E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339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7FF940-D80B-4CDF-90EC-93C51C47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81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416CF-9B14-49A9-95B4-CEE031F1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624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커뮤니케이션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E4095-ADE9-405C-8149-36F3B9FD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624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입학팀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3ABB8E-6BF2-49D1-8887-95D693EF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148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3년간 문의·민원에 대응하고 고객별 맞춤 정보 제공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749207-9186-4CCE-BBD0-5908EAB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673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76D551-F9BD-4F1F-A063-CA6934B3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81675"/>
            <a:ext cx="7762875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9DFD90-4BC0-4A74-87BF-024F71A8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905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관찰   분석   실행   개선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7481EA-5E53-4EF9-B5FF-DCBEDA01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150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고객의 선택을 이해하고 실행 가능한 전략으로 연결</a:t>
            </a:r>
          </a:p>
        </p:txBody>
      </p:sp>
    </p:spTree>
    <p:extLst>
      <p:ext uri="{BB962C8B-B14F-4D97-AF65-F5344CB8AC3E}">
        <p14:creationId xmlns:p14="http://schemas.microsoft.com/office/powerpoint/2010/main" val="10779190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49D20C-A2B6-42A3-BC75-046CC436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D30FA-26CF-4A4F-9648-EAC54579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A4D7F-326E-4FE7-BFB7-F20936B3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C6E85-E260-4045-8668-9BE1173E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(1/7)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2E359-7E5D-44EF-A46D-28E431E6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4A9B6-5E64-4458-86AE-F34F81B4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취업일지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75EFC-B0F2-4B66-9BD1-1FA44FF0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50명의 취업준비생, 기록을 지속하게 만드는 방법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6FACE-6FA5-4FEC-A62E-E7E1DEA7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DFC99-B633-46AE-A1E3-A10B6974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2965E-CA4F-4F51-A5CB-92F7B5A2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49184-A183-4687-B1AF-FADF198B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취업 준비 활동과 목표를 기록하고 공유하는 서비스입니다. 참여자는 함께 준비하는 사람들의 활동을 확인하며 자신의 성장 과정을 볼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FD209-95F0-43DA-B046-1D3AF93F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9FD0-E498-4042-806B-1B4680D7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33C37-3355-45BA-9B14-8C884A70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고객과 나의 역할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F554A-D7D1-4061-8123-F223E15E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E70F6-D16B-43A4-A45B-AAB27CED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50명 규모 취업 커뮤니티의 참여자와 운영자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B068E-D286-47C7-847C-C89F6E6F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81656-5222-4864-BBBE-584657B5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사용자와 운영자의 이용 흐름과 필요한 정보 정의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38751-5E91-4821-B4AE-F3C897BF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19CB1-A3BB-4BFD-BA46-8AB37046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기능 우선순위와 운영 정책 설계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AD837-CE40-4F9C-B0FB-BC8656D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66055-0135-4798-99E3-F18D7669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구현 검증과 배포 후 사용자 피드백 반영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6adabb5f84d73"/>
          <a:stretch xmlns:a="http://schemas.openxmlformats.org/drawingml/2006/main"/>
        </p:blipFill>
        <p:spPr>
          <a:xfrm xmlns:a="http://schemas.openxmlformats.org/drawingml/2006/main">
            <a:off x="6477000" y="2708975"/>
            <a:ext cx="4953000" cy="963799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8156901724b02"/>
          <a:stretch xmlns:a="http://schemas.openxmlformats.org/drawingml/2006/main"/>
        </p:blipFill>
        <p:spPr>
          <a:xfrm xmlns:a="http://schemas.openxmlformats.org/drawingml/2006/main">
            <a:off x="6429375" y="4169309"/>
            <a:ext cx="5000625" cy="1138756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A3FE22-B149-4ED8-8EBE-C7F018B2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FB0F4-2D42-440C-8E41-3A8938B4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C41A17-06FE-4FE3-A6FE-F3091496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운영 경험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4D1DC6-5F79-4A2A-BC4A-50EFCB2A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8AFE7F-2E6C-4317-AF94-ED34D171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개인 기획·운영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707D70-2569-4F81-BB88-240EAC39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81C7ED-C936-400C-96B3-D17A565A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문제 정의 · 요구사항/정책 설계 · 구현 검증 · 배포/운영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465B0A-33EC-489C-A978-DD5B7871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319298-E12E-4AE7-97D8-B4765353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EBE33B-3C36-409F-906F-D13A93D8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92161F-EB1A-47CB-8AD0-D419F9C9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사용자의 행동을 관찰하고 실제 이용 흐름을 기준으로 서비스를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15683178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743295-0908-4F67-A361-F21D7AC6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6891C-2909-4DAC-8B34-282D801E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4A51C-6522-40FC-8DFE-EB051CB5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5696D-4172-4BA2-9BE5-3112568D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(2/7)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A8AA8-E9B2-48E3-A007-54BDF838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D04C1-FE72-490C-B1EA-5B865FE8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사용자 요구와 서비스 구조 개선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F2232-7C3C-49BD-B1D5-5F95DE31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기록 방식과 참여 구조를 실제 이용 방식에 맞게 수정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86FAF-EF82-4F43-B89A-9095300C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5ED00-27E1-4BE0-8CA5-050CF4FD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AAFFC-2A04-450A-A07B-3E9FEC60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활동 기록 개선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7F898-D3B7-4ACE-8FE4-8EC13AE9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총 활동시간만 입력하던 구조에서 활동별 시간을 확인하고 싶다는 요구를 반영했습니다.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E679E-0B69-4CFF-9D5F-7B83506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52197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BECAD-0CC3-402D-89B8-FEC9EB8D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활동별 시간을 입력하고 확인하도록 기록 항목을 세분화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50503-3714-46AE-8D84-FBBDCBBA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BB871-FC89-4423-ACD4-CF556FAA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B65F0-2E71-49F0-8D19-BC7BFDE9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조 세분화 기능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C84CD-17AF-4425-9482-18C21F3C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21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참여자를 조별로 세분화해 같은 조의 활동 기록을 한눈에 비교할 수 있도록 개선했습니다. 운영자는 조별 참여 현황을 더 쉽게 확인할 수 있습니다.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fb8bc642b4386"/>
          <a:stretch xmlns:a="http://schemas.openxmlformats.org/drawingml/2006/main"/>
        </p:blipFill>
        <p:spPr>
          <a:xfrm xmlns:a="http://schemas.openxmlformats.org/drawingml/2006/main">
            <a:off x="6493051" y="2333625"/>
            <a:ext cx="4920897" cy="138112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8ec704eab4dd2"/>
          <a:stretch xmlns:a="http://schemas.openxmlformats.org/drawingml/2006/main"/>
        </p:blipFill>
        <p:spPr>
          <a:xfrm xmlns:a="http://schemas.openxmlformats.org/drawingml/2006/main">
            <a:off x="6891276" y="3905250"/>
            <a:ext cx="4124447" cy="16668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537B4-F901-448F-AF8F-907A8B4A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1BF7B-379C-4CC0-9FAB-39B6CBCB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9A30A-DFE6-483E-A227-B9E466C9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운영 경험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E124B-6E6F-4A07-ADD5-AFD6A439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44B1C-607F-41D2-A09D-1D4C7B33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개인 기획·운영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63EF20-AF22-40D7-93AC-00DB870C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FE2AA3-31A4-437C-8F70-8DAC10B9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사용자 요구 반영 · 활동별 입력 개선 · 조별 활동 기록 비교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8F991A-4FAC-4325-84F7-35A9E21A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3D8F81-6B6C-4034-B8F7-B7C3B82B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6C8FA6-3C2F-4675-8391-CC09380A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0FF8C2-4F59-41C5-8D82-CC9E06A0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실제 행동과 반응을 확인하고 실행 이후의 개선까지 연결했습니다.</a:t>
            </a:r>
          </a:p>
        </p:txBody>
      </p:sp>
    </p:spTree>
    <p:extLst>
      <p:ext uri="{BB962C8B-B14F-4D97-AF65-F5344CB8AC3E}">
        <p14:creationId xmlns:p14="http://schemas.microsoft.com/office/powerpoint/2010/main" val="5682156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4E2549-28FC-4B14-BD67-A179F32F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D7A09-A4D0-4D90-82A7-6D70F086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0CA4E-3A32-4A1C-88B6-C7D0149E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DF4E5-DCE3-4230-AA26-63A7F887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(3/7)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8C05B-FF2A-4FF4-8227-D73E5222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232B8-ABB1-4D78-B4D0-C7023134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제주항공 리프레시 포인트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0C8CB-515C-4F6A-9FA5-420FA3A9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2030의 구매행동에서 포인트 활성화의 실마리를 찾다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CEDF0-3DB3-449B-970B-E98C8F82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1C84C-9A0F-4D2B-B256-CCE01989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BA34E-0C05-428F-AA82-AC9BC450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10D1D-C3C2-457C-8657-F877F821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고객의 포인트 인지도와 사용을 높이기 위해 콘텐츠를 만들기 전에 고객이 포인트를 어떻게 인식하고 사용하는지 확인했습니다.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9B3A4-1563-491B-B3A4-EE1CAFBE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04FD7-CBA1-4B1B-BD1A-7881E4DE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52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94AB3-6FAA-448D-A324-7EECE55C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43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조사와 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75918-CA08-4C50-9F4E-5F57D4D0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14341-8BEE-4C02-9632-82DC7861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433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대상 설문조사를 직접 설계하고 배포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24ECD-A847-4CA0-B03F-281862DF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C245F-B57E-4731-B0BD-C6E9EB14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672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포인트 인지도와 구매행동, 소비자 반응 분석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D8483-F5A5-4B1F-A859-C07A2952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6DB3B-41F1-4D71-AEF1-A2B4E5B0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910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조사 결과를 온·오프라인 전략 방향의 근거로 활용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4D7D4-225A-4E07-BCB9-B66B2640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8AE3C-4E12-4A83-9129-B064060D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76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E40B2D-95A4-4850-8D36-E94B591E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나의 역할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949C9-74B0-43F9-9DBC-28615518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조장 · 전략 기획 총괄 · 콘텐츠 기획 및 제작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9eeda54fe4f3b"/>
          <a:stretch xmlns:a="http://schemas.openxmlformats.org/drawingml/2006/main"/>
        </p:blipFill>
        <p:spPr>
          <a:xfrm xmlns:a="http://schemas.openxmlformats.org/drawingml/2006/main">
            <a:off x="6429619" y="2524125"/>
            <a:ext cx="5000137" cy="280987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84D36F-A713-4CEF-93D3-CB1681B7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C6E830-6C17-4D55-B3E8-06FADB27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137C34-E6C1-4D97-A9EC-F08284F6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2024.10.12 ~ 2025.02.07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0614CF-9C51-44AA-9D0E-6693983D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A6D202-5794-4151-A2E3-693EF5A3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10인 프로젝트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440C89-85D7-4BEE-B95C-792FCF21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496FE9-40ED-47C8-A988-91D5C52E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조장 · 기획 총괄 · 콘텐츠 기획 및 제작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38F324-5C57-46DE-B879-B94686F5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85193E-045F-4948-B2AC-DF68E464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6C53FC-D2C6-4C1A-A2C3-BC6DD2F1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B900FD-570A-45F3-8195-FC6DF3DF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구매행동을 먼저 확인한 뒤 프로모션 방향을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574068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12A439-C3AF-4825-96D6-02AD8203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BF467-2022-432F-B2DD-8304FCF7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E414B-06D1-4622-B0C0-1DB7C106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B1225-8EAF-4091-8A84-1C430BAA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(4/7)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D7D4B-FB6F-4034-B4B4-4410C890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75E9A-CE5E-4FC9-8B91-541B6583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온·오프라인 고객 경험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19C31-49AD-439A-A65B-71A81C54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조사 결과를 고객 접점의 실행안으로 구체화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F789D-1CD3-4BF6-8FBA-83CEB584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40C62-D23E-4031-B1CD-E94283C2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5A12C-A0FB-4AF2-8183-AA3A0DA6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온라인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8F83B-53F9-4B57-8D21-B7FBC68E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842E2-91BF-420F-8DBD-D95CF9FC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포인트 적립률을 전달하는 인포머셜 숏폼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D0D78-7B7A-4D3F-B3AF-C9196FF3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B5EB0-5E94-4CF9-B0BC-40AFF824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765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오징어게임 패러디 바이럴 영상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758B0-C7A4-44C3-A048-780C49B0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68B9F-3F2C-43C1-85B1-E12BCEE5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909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앱 기반 고객 참여 이벤트 아이디어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0A7F9-F5B3-457C-810C-18497D88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0919B-1B79-4638-B28B-2BB1FE94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5D430-4823-4982-849D-84A90BBE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오프라인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0F5653-BEA7-4EDE-B5E9-EDE2B5CB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E3D94E-9EA9-45C2-8BFA-25EBDD93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대학 대항전과 간식차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6DF19-0679-4B20-A7A4-88A742EB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6A3386-6BAB-4216-8597-AAD49617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958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럭키드로우 등 고객 참여 아이디어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2E556-5D3A-42CF-B25B-66AC9B12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DD123-EFAD-45E2-B424-855388A7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76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CF3D49-A210-4865-874E-43F2AB99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62C1E4-1FFD-4E1D-BB12-3AC4E563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2197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3A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5FC740-D189-46B3-8414-3BD85B30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7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매경비즈 직무스펙 프로젝트 대상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c01e79772410b"/>
          <a:stretch xmlns:a="http://schemas.openxmlformats.org/drawingml/2006/main"/>
        </p:blipFill>
        <p:spPr>
          <a:xfrm xmlns:a="http://schemas.openxmlformats.org/drawingml/2006/main">
            <a:off x="7399826" y="2333625"/>
            <a:ext cx="3059723" cy="1714500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a6e0e65a54f1f"/>
          <a:stretch xmlns:a="http://schemas.openxmlformats.org/drawingml/2006/main"/>
        </p:blipFill>
        <p:spPr>
          <a:xfrm xmlns:a="http://schemas.openxmlformats.org/drawingml/2006/main">
            <a:off x="7258906" y="4143375"/>
            <a:ext cx="912688" cy="1571625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615a1b045488e"/>
          <a:stretch xmlns:a="http://schemas.openxmlformats.org/drawingml/2006/main"/>
        </p:blipFill>
        <p:spPr>
          <a:xfrm xmlns:a="http://schemas.openxmlformats.org/drawingml/2006/main">
            <a:off x="9671114" y="4143375"/>
            <a:ext cx="850773" cy="15716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D2B395-B55F-4CBE-8298-81266F0F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D1E14A-B1D1-4E5C-8C3A-63ACB2FB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21AB48-AA90-4740-8A2F-9DC87EF9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2024.10.12 ~ 2025.02.07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45E466-99A3-4287-97E3-CD37B848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0E3482-470F-4B49-BE9C-51CB40A3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10인 프로젝트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F0602B-C10A-487D-A0E9-B4A0B639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CD4BB9-C360-42D5-9B60-31A5D811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소비자 조사 기반 IMC 전략 · 온·오프라인 콘텐츠 기획/제작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9F0B88-7E78-429E-A766-451F7801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555B3E-EFA7-4A67-B5E9-0DA38B19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71EFBF-9C9E-4BF8-9F2F-9568DE9C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F88F77-49EE-4B52-8C64-960E3628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분석을 프로모션과 고객 접점의 실행안으로 구체화했습니다.</a:t>
            </a:r>
          </a:p>
        </p:txBody>
      </p:sp>
    </p:spTree>
    <p:extLst>
      <p:ext uri="{BB962C8B-B14F-4D97-AF65-F5344CB8AC3E}">
        <p14:creationId xmlns:p14="http://schemas.microsoft.com/office/powerpoint/2010/main" val="1601370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0EBEA3-2F18-480D-A66D-33C4E257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7C153-E0F2-4DAC-BBB5-C06090E4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F2DE8-7B65-421E-9C9A-F20043FF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B69C5-D63F-49E0-83EE-752E8933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(5/7)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EFC99-B7C9-4D74-B4C1-6C77D794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5A3A9-2001-4FEA-A1DB-D2246668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한국 웹툰 소비자 분석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95AB0-5E1B-4BAE-BD71-5740ABEB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고객마다 다른 선택 기준을 유형별 전략으로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42141-FACC-4926-AA5B-CD84E5E6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E3D3B-AA6B-4750-AC90-E1505A61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96C36-0C4E-4C97-9FF7-8E867A7E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F1F17-E269-4B72-8860-0BC56CE2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한국 웹툰의 글로벌 진출을 위해 여러 데이터 소스를 활용해 해외 소비자의 반응과 흥행 요인을 분석했습니다.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AC273-33CC-4B6A-B835-B72C7480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F71CF-444F-4752-B500-DED38200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97604-E737-4903-916C-6B6207D9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세분화와 전략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F410D-E51B-4BEB-AE17-1AE99A69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25D71-8153-4657-AAB7-794037CE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팀: 해외 소비자 반응을 5개 유형으로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C8362-F70E-4E29-94A4-A973A322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63D43-F245-46BF-9A42-F0047517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팀: 소비자 유형별 마케팅과 해외 진출 전략 제안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3A921-EA19-4E89-9BA5-30C73BBB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9E0F5-231E-4680-AFE8-32B4DD4A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본인: 댓글 수집과 전처리, 로지스틱 회귀분석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89781-4108-4683-9D2B-4FC7FA49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03573-0111-4FAE-A874-2E8B7363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본인: 구독자 예측모델과 SHAP 영향요인 해석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69B99-6551-4857-88F2-F83C44E9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52197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ABE869-01DD-4065-BF72-A0B61D56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문화데이터 공모전 데이터분석 부문 대상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d0a7cf70d49a8"/>
          <a:stretch xmlns:a="http://schemas.openxmlformats.org/drawingml/2006/main"/>
        </p:blipFill>
        <p:spPr>
          <a:xfrm xmlns:a="http://schemas.openxmlformats.org/drawingml/2006/main">
            <a:off x="6429375" y="2386322"/>
            <a:ext cx="2381250" cy="1323357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48fd636db4f0e"/>
          <a:stretch xmlns:a="http://schemas.openxmlformats.org/drawingml/2006/main"/>
        </p:blipFill>
        <p:spPr>
          <a:xfrm xmlns:a="http://schemas.openxmlformats.org/drawingml/2006/main">
            <a:off x="9001125" y="2389316"/>
            <a:ext cx="2381250" cy="1317369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9a691eede40b8"/>
          <a:stretch xmlns:a="http://schemas.openxmlformats.org/drawingml/2006/main"/>
        </p:blipFill>
        <p:spPr>
          <a:xfrm xmlns:a="http://schemas.openxmlformats.org/drawingml/2006/main">
            <a:off x="6429375" y="4134803"/>
            <a:ext cx="2381250" cy="1303020"/>
          </a:xfrm>
          <a:prstGeom xmlns:a="http://schemas.openxmlformats.org/drawingml/2006/main" prst="rect">
            <a:avLst/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b149ecc294ee6"/>
          <a:stretch xmlns:a="http://schemas.openxmlformats.org/drawingml/2006/main"/>
        </p:blipFill>
        <p:spPr>
          <a:xfrm xmlns:a="http://schemas.openxmlformats.org/drawingml/2006/main">
            <a:off x="9001125" y="4137933"/>
            <a:ext cx="2381250" cy="1296759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F02FA2-B771-4B5D-A271-565F769C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BD44F6-7D62-4D8F-A9DC-DEBE462B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5297DD-6FFD-402F-9D9D-12A4B64F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1CCF11-8A4C-4E93-80C7-2151C5E0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78C6A1-DE5E-40B9-8D2B-317B7781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4인 팀 프로젝트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6F44CB-45FB-455D-91DA-2941811F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2F9B04-DD8C-43EB-B17A-62D29430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댓글 수집·전처리 · 로지스틱 회귀 · 구독자 예측모델 · SHAP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8150B2-DBDD-478C-9B48-84AC0E24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530403-F6E0-4B3D-915D-8308BA49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C27885-4301-4E2B-9876-C120C11E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C572AE-FA2B-4FBE-B150-DCEE6463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고객군에 따라 선택 기준이 달라 채널별 전략도 달라야 함을 배웠습니다.</a:t>
            </a:r>
          </a:p>
        </p:txBody>
      </p:sp>
    </p:spTree>
    <p:extLst>
      <p:ext uri="{BB962C8B-B14F-4D97-AF65-F5344CB8AC3E}">
        <p14:creationId xmlns:p14="http://schemas.microsoft.com/office/powerpoint/2010/main" val="1827538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1B1634-22AF-48A8-8958-07A103EC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F32C8-2F4F-4709-92FC-8D688304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9115B-1EE8-43D7-AF8F-45456D87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71B9A-72CF-4E0C-BC84-807D80B3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(6/7)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138A9-2DDD-404B-9682-1F327E03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A7E7E-2608-4185-9F99-BD62D51D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고객 커뮤니케이션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57B35-4901-4049-B511-7D55C221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고객의 질문을 필요한 해결책으로 바꾸다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98F54-6973-4A46-B04F-F6122798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2DD29-637F-4A3C-819C-76971A9A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B4C81-C629-466A-B00D-69E7DD8B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3년의 고객 접점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55646-3C5D-4FB9-8291-86B8FC27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대학 입학팀에서 입학전형과 제출서류, 일정, 학교생활 문의와 민원에 대응했습니다.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DE2AF-40B0-4886-82B4-E3852BC8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F6C04-C07E-47F8-9E99-2D0DF715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FB136-5D5B-4DCE-B7D0-67A8B022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내가 한 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C6623-89F3-4E4C-A000-D0DBE9B2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23087-A470-44AC-8372-09E071C1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문의 유형과 고객의 상황을 파악해 맞춤 정보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D0720-393A-4D82-9F35-7D6D8489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D9EB3-5F3D-4C3B-A3F1-484A2EF9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상담 내용을 문서화하고 유사 사례 대응 자료 관리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EF94A-2D30-4F3F-9B5A-79D40C44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556C7-AB98-419B-A2EC-C0160AEF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FAQ와 안내문 정비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65F65-3D37-4AEE-86E6-A84562C8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1E19B-A110-492E-8737-8336DC79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신규 인턴의 업무 이해 지원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DC07B-1A9F-493E-823E-3A138CAF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E62FA-0B5F-4BF3-BE43-CF33E9D1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24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F0947-51F6-4DED-83A2-DF60D064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배운 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F93F6A-0A16-44F2-85EF-DDA6222D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질문 뒤에 있는 실제 필요를 파악해야 정확한 해결책을 제공할 수 있었습니다.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DED4B0-CF11-47A7-AAEA-C158484E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3286125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2C6BD1-D3CD-4328-8F21-9F38B386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54B4A-591B-49DF-9908-0D44D214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908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AA9478-C2D3-42D4-AF07-F3B5A88B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문의 파악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4404D4-44B3-4982-8D4E-94271E1B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71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질문의 상황과 필요한 정보 구분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2B5C4B-D3AC-416C-A8A1-FA49D270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04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BD0BBA-62FC-49E3-98BA-217BF846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662077-8D82-4474-A03A-3984BF30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004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맞춤 안내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684468-E28E-4328-B830-5AAC519C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57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고객별로 정확한 정보 전달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F33890-E9FD-4F39-BDB0-73415783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862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AB6735-CB62-4913-A15B-90229FD6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624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155E68-31B9-4C28-8842-B5874BA1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862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기록과 관리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7F31F5-B096-4051-9BD4-6BA91CF1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43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상담 내용과 유사 사례 축적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75E38B-6F84-4FBC-B8D4-203D04ED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720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D91756-BDBA-4A69-9F6C-CFD5C547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482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3737DC-1678-4354-875D-1C5FC1FA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720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안내 개선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A4A9ED-9BB0-4431-860B-93A7B5A2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29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FAQ와 안내문 정비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3FD24D-A3DE-425F-AF35-0863B05A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810C0A-568E-42DE-94AA-E95743F9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444F30-7CC5-4F5E-8706-C0CA8E9B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5B7A52-D6C4-45A8-AB9E-70969B52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16DBFE-4C63-4048-A7A9-D30B8A7A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입학팀 근무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B66DE7-15CB-4539-BE2C-3B9510A0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FB4856-7905-4C35-97FE-2F82A387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문의·민원 응대 · 문서화 · FAQ/안내문 정비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165305-DE51-4FD7-8F4F-1D4F890F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94C4A6-4F45-48CA-A09E-152B3420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DA4EDC-5CF7-4FDF-B713-13A862C0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6EF641-9D3F-431A-9E47-2FCEE861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내·외부 고객의 요구를 파악하고 필요한 정보를 정확히 전달하는 경험입니다.</a:t>
            </a:r>
          </a:p>
        </p:txBody>
      </p:sp>
    </p:spTree>
    <p:extLst>
      <p:ext uri="{BB962C8B-B14F-4D97-AF65-F5344CB8AC3E}">
        <p14:creationId xmlns:p14="http://schemas.microsoft.com/office/powerpoint/2010/main" val="4465718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5D3290-B5AD-44CB-A261-0FE5498F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2085A-B474-4D4A-A38B-82C70B7A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FA5E7-5148-46D3-A29B-50DF4877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375CF-0838-4956-9457-04EE26B5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(7/7)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45986-860B-4DD1-A813-D14F63F1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091F8-B362-4ADA-B766-F0B8A99A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LG생활건강 Home Care &amp; Daily Beauty 국내영업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D97FF-A21C-4C83-80A5-EDB5A1F2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지원자 경험과 국내영업 업무의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B8355-1AC3-493E-82B9-FEDCE761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6F100-164B-4453-8CA8-873CE74B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4574A-4326-405A-A88D-5416D005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경험과 업무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9E71A-9EDC-48DE-8572-67DD5FED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8F7BA-E9C0-4532-A0DC-6E0856FD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사용자 행동 관찰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7FF60-8029-487E-966F-DFEE9D94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384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B52C3-E7D4-4AAE-AF6B-202CF78C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7D5CE-EFBE-4104-9137-2FFB4B00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241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소비자 구매패턴 분석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98655-F4C0-42EE-B9B7-59496950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25B35-7101-4646-AFA7-CEA9D02D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세분화와 데이터 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B7A09-D362-4AF5-8083-09484E39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909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E7D7C-1B92-4B1E-AD3B-EC4E77D4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0FC90-57B0-4DC1-B585-06287682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766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채널별 영업전략과 상품 운영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F6F4F-32FF-40E6-8A62-1C0F8CB3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4B61C-B360-4BE3-BB8D-7FF72890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제주항공 IMC 기획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65A4AE-A43D-4964-A3EF-07ED19EB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433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AFC34-0C4E-4F5E-A3BA-179F5E59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624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2FCAD-2316-4803-B4DE-F59E12F9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290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프로모션과 캠페인 기획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C236DD-25CB-4FF3-A078-1DCBF0CB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622941-B78E-43FE-AF0F-783E7FFE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서비스 운영 후 개선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F20AC5-5358-4821-965E-8677C5CE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958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9DA0B4-6EA5-49CD-886F-33C60D21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315C31-4A5A-4145-95F0-686126D6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815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영업정책 사후분석과 고도화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725F49-E02B-4B8F-8B1F-2EB581B2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838EA6-6B21-46C1-B1D7-4A13C55C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39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 고객 상담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D4664E-7629-4086-9DBB-97FAE18F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0B5067-D400-4103-9A7A-ACFDCFDA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673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3E9065-F453-4F1B-8E67-3BD81ADD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339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내·외부 고객 커뮤니케이션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8B1F00-6F96-4687-807B-FF290FB9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5918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4A83B3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54E692-D7A1-4B20-8A86-C4E03FBA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17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고객의 작은 구매 변화를 기회로 읽고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1DA08D-4898-4DEA-A0CC-05B41419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채널별 실행으로 연결하는 LG생활건강의 ‘뛰어난 장사꾼’이 되겠습니다.</a:t>
            </a:r>
          </a:p>
        </p:txBody>
      </p:sp>
    </p:spTree>
    <p:extLst>
      <p:ext uri="{BB962C8B-B14F-4D97-AF65-F5344CB8AC3E}">
        <p14:creationId xmlns:p14="http://schemas.microsoft.com/office/powerpoint/2010/main" val="10099815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CEE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6928F-D9C6-4884-81F2-E17D0BAF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28750"/>
            <a:ext cx="65722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4F466-0704-42B0-8D09-66BAC6D1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2880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A17A0-A347-4A66-AF58-F0D742F5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85950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4B00D-5EF7-4D1F-8734-10CE32A7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B6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3B63"/>
                </a:solidFill>
                <a:latin typeface="Noto Sans KR"/>
                <a:ea typeface="Noto Sans KR"/>
                <a:cs typeface="Noto Sans KR"/>
              </a:rPr>
              <a:t>감사합니다.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C66B6-3A6B-46ED-9147-16C1C068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0990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2BCD7-5320-47B7-86CE-AE743248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86125"/>
            <a:ext cx="5238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고객의 선택을 읽고,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데이터로 기회를 발견하며,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실행으로 성과를 만드는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영업사원이 되겠습니다.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B5EAB-B933-4B50-8153-A3DCC663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57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김가영입니다.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A2264-5C57-49F5-A376-F28F4F56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911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LG생활건강 Home Care &amp; Daily Beauty 국내영업 지원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C59FE-4B10-4BA6-8D98-21F07FBB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Thank you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6123C-3A4C-44A6-B781-FE3E0462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김가영 | 010-2923-3450 | kk991011@gmail.com</a:t>
            </a:r>
          </a:p>
        </p:txBody>
      </p:sp>
    </p:spTree>
    <p:extLst>
      <p:ext uri="{BB962C8B-B14F-4D97-AF65-F5344CB8AC3E}">
        <p14:creationId xmlns:p14="http://schemas.microsoft.com/office/powerpoint/2010/main" val="1614882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2026-09-15T01:20:25.2820000Z</dcterms:created>
  <dcterms:modified xsi:type="dcterms:W3CDTF">2026-09-15T01:20:25.2830000Z</dcterms:modified>
</coreProperties>
</file>